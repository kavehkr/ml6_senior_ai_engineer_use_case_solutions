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21"/>
  </p:notesMasterIdLst>
  <p:sldIdLst>
    <p:sldId id="256" r:id="rId2"/>
    <p:sldId id="820" r:id="rId3"/>
    <p:sldId id="817" r:id="rId4"/>
    <p:sldId id="818" r:id="rId5"/>
    <p:sldId id="821" r:id="rId6"/>
    <p:sldId id="822" r:id="rId7"/>
    <p:sldId id="824" r:id="rId8"/>
    <p:sldId id="825" r:id="rId9"/>
    <p:sldId id="826" r:id="rId10"/>
    <p:sldId id="827" r:id="rId11"/>
    <p:sldId id="830" r:id="rId12"/>
    <p:sldId id="831" r:id="rId13"/>
    <p:sldId id="832" r:id="rId14"/>
    <p:sldId id="833" r:id="rId15"/>
    <p:sldId id="834" r:id="rId16"/>
    <p:sldId id="835" r:id="rId17"/>
    <p:sldId id="836" r:id="rId18"/>
    <p:sldId id="837" r:id="rId19"/>
    <p:sldId id="83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DE409-2F05-46AD-A03B-9DE00F2BB306}" v="9" dt="2026-04-07T10:54:13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70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aee Roodsari, Kaveh" userId="03e5d6b1-f39c-40ed-a196-aebec3ad69f7" providerId="ADAL" clId="{628AA09F-F40C-4F60-B575-D4C533003899}"/>
    <pc:docChg chg="undo custSel mod addSld delSld modSld sldOrd addMainMaster delMainMaster">
      <pc:chgData name="Kasaee Roodsari, Kaveh" userId="03e5d6b1-f39c-40ed-a196-aebec3ad69f7" providerId="ADAL" clId="{628AA09F-F40C-4F60-B575-D4C533003899}" dt="2026-04-07T10:54:13.131" v="2130"/>
      <pc:docMkLst>
        <pc:docMk/>
      </pc:docMkLst>
      <pc:sldChg chg="addSp delSp modSp new mod setBg modClrScheme setClrOvrMap delDesignElem chgLayout">
        <pc:chgData name="Kasaee Roodsari, Kaveh" userId="03e5d6b1-f39c-40ed-a196-aebec3ad69f7" providerId="ADAL" clId="{628AA09F-F40C-4F60-B575-D4C533003899}" dt="2026-04-07T10:54:13.131" v="2130"/>
        <pc:sldMkLst>
          <pc:docMk/>
          <pc:sldMk cId="3366810613" sldId="256"/>
        </pc:sldMkLst>
        <pc:spChg chg="mod">
          <ac:chgData name="Kasaee Roodsari, Kaveh" userId="03e5d6b1-f39c-40ed-a196-aebec3ad69f7" providerId="ADAL" clId="{628AA09F-F40C-4F60-B575-D4C533003899}" dt="2026-04-07T10:54:13.131" v="2130"/>
          <ac:spMkLst>
            <pc:docMk/>
            <pc:sldMk cId="3366810613" sldId="256"/>
            <ac:spMk id="2" creationId="{76CB141B-77A5-E772-71A7-C2B5E2D87E05}"/>
          </ac:spMkLst>
        </pc:spChg>
        <pc:spChg chg="mod">
          <ac:chgData name="Kasaee Roodsari, Kaveh" userId="03e5d6b1-f39c-40ed-a196-aebec3ad69f7" providerId="ADAL" clId="{628AA09F-F40C-4F60-B575-D4C533003899}" dt="2026-04-03T10:40:53.810" v="93" actId="26606"/>
          <ac:spMkLst>
            <pc:docMk/>
            <pc:sldMk cId="3366810613" sldId="256"/>
            <ac:spMk id="3" creationId="{FC880F03-612B-87B5-05AB-44F3BD8E9477}"/>
          </ac:spMkLst>
        </pc:spChg>
        <pc:picChg chg="add mod ord">
          <ac:chgData name="Kasaee Roodsari, Kaveh" userId="03e5d6b1-f39c-40ed-a196-aebec3ad69f7" providerId="ADAL" clId="{628AA09F-F40C-4F60-B575-D4C533003899}" dt="2026-04-03T10:40:53.810" v="93" actId="26606"/>
          <ac:picMkLst>
            <pc:docMk/>
            <pc:sldMk cId="3366810613" sldId="256"/>
            <ac:picMk id="19" creationId="{15436287-6E47-3ECE-878D-3D91A17A968A}"/>
          </ac:picMkLst>
        </pc:picChg>
      </pc:sldChg>
      <pc:sldChg chg="addSp delSp modSp add mod setBg">
        <pc:chgData name="Kasaee Roodsari, Kaveh" userId="03e5d6b1-f39c-40ed-a196-aebec3ad69f7" providerId="ADAL" clId="{628AA09F-F40C-4F60-B575-D4C533003899}" dt="2026-04-04T17:15:41.573" v="1909" actId="20577"/>
        <pc:sldMkLst>
          <pc:docMk/>
          <pc:sldMk cId="1430312797" sldId="817"/>
        </pc:sldMkLst>
        <pc:spChg chg="mod">
          <ac:chgData name="Kasaee Roodsari, Kaveh" userId="03e5d6b1-f39c-40ed-a196-aebec3ad69f7" providerId="ADAL" clId="{628AA09F-F40C-4F60-B575-D4C533003899}" dt="2026-04-03T14:50:32.383" v="1241" actId="20577"/>
          <ac:spMkLst>
            <pc:docMk/>
            <pc:sldMk cId="1430312797" sldId="817"/>
            <ac:spMk id="2" creationId="{3045B67A-DB0B-49A5-A90C-50E7DA68B063}"/>
          </ac:spMkLst>
        </pc:spChg>
        <pc:spChg chg="mod">
          <ac:chgData name="Kasaee Roodsari, Kaveh" userId="03e5d6b1-f39c-40ed-a196-aebec3ad69f7" providerId="ADAL" clId="{628AA09F-F40C-4F60-B575-D4C533003899}" dt="2026-04-03T10:47:59.971" v="209" actId="26606"/>
          <ac:spMkLst>
            <pc:docMk/>
            <pc:sldMk cId="1430312797" sldId="817"/>
            <ac:spMk id="9" creationId="{EEBB8196-174C-452D-B5D8-CC88BF384A14}"/>
          </ac:spMkLst>
        </pc:spChg>
        <pc:spChg chg="add del mod">
          <ac:chgData name="Kasaee Roodsari, Kaveh" userId="03e5d6b1-f39c-40ed-a196-aebec3ad69f7" providerId="ADAL" clId="{628AA09F-F40C-4F60-B575-D4C533003899}" dt="2026-04-04T17:15:41.573" v="1909" actId="20577"/>
          <ac:spMkLst>
            <pc:docMk/>
            <pc:sldMk cId="1430312797" sldId="817"/>
            <ac:spMk id="23" creationId="{BDFB8913-B019-4991-B2D5-89D5D8DF1109}"/>
          </ac:spMkLst>
        </pc:spChg>
        <pc:spChg chg="add">
          <ac:chgData name="Kasaee Roodsari, Kaveh" userId="03e5d6b1-f39c-40ed-a196-aebec3ad69f7" providerId="ADAL" clId="{628AA09F-F40C-4F60-B575-D4C533003899}" dt="2026-04-03T10:47:59.971" v="209" actId="26606"/>
          <ac:spMkLst>
            <pc:docMk/>
            <pc:sldMk cId="1430312797" sldId="817"/>
            <ac:spMk id="28" creationId="{907EF6B7-1338-4443-8C46-6A318D952DFD}"/>
          </ac:spMkLst>
        </pc:spChg>
        <pc:spChg chg="add">
          <ac:chgData name="Kasaee Roodsari, Kaveh" userId="03e5d6b1-f39c-40ed-a196-aebec3ad69f7" providerId="ADAL" clId="{628AA09F-F40C-4F60-B575-D4C533003899}" dt="2026-04-03T10:47:59.971" v="209" actId="26606"/>
          <ac:spMkLst>
            <pc:docMk/>
            <pc:sldMk cId="1430312797" sldId="817"/>
            <ac:spMk id="30" creationId="{DAAE4CDD-124C-4DCF-9584-B6033B545DD5}"/>
          </ac:spMkLst>
        </pc:spChg>
        <pc:spChg chg="add">
          <ac:chgData name="Kasaee Roodsari, Kaveh" userId="03e5d6b1-f39c-40ed-a196-aebec3ad69f7" providerId="ADAL" clId="{628AA09F-F40C-4F60-B575-D4C533003899}" dt="2026-04-03T10:47:59.971" v="209" actId="26606"/>
          <ac:spMkLst>
            <pc:docMk/>
            <pc:sldMk cId="1430312797" sldId="817"/>
            <ac:spMk id="32" creationId="{081E4A58-353D-44AE-B2FC-2A74E2E400F7}"/>
          </ac:spMkLst>
        </pc:spChg>
      </pc:sldChg>
      <pc:sldChg chg="addSp delSp modSp add mod setBg">
        <pc:chgData name="Kasaee Roodsari, Kaveh" userId="03e5d6b1-f39c-40ed-a196-aebec3ad69f7" providerId="ADAL" clId="{628AA09F-F40C-4F60-B575-D4C533003899}" dt="2026-04-03T11:57:43.052" v="473" actId="26606"/>
        <pc:sldMkLst>
          <pc:docMk/>
          <pc:sldMk cId="1541010157" sldId="818"/>
        </pc:sldMkLst>
        <pc:spChg chg="mod">
          <ac:chgData name="Kasaee Roodsari, Kaveh" userId="03e5d6b1-f39c-40ed-a196-aebec3ad69f7" providerId="ADAL" clId="{628AA09F-F40C-4F60-B575-D4C533003899}" dt="2026-04-03T11:57:43.052" v="473" actId="26606"/>
          <ac:spMkLst>
            <pc:docMk/>
            <pc:sldMk cId="1541010157" sldId="818"/>
            <ac:spMk id="2" creationId="{351D6966-BABC-4815-04F7-5F98371DBBFC}"/>
          </ac:spMkLst>
        </pc:spChg>
        <pc:spChg chg="mod">
          <ac:chgData name="Kasaee Roodsari, Kaveh" userId="03e5d6b1-f39c-40ed-a196-aebec3ad69f7" providerId="ADAL" clId="{628AA09F-F40C-4F60-B575-D4C533003899}" dt="2026-04-03T11:57:43.052" v="473" actId="26606"/>
          <ac:spMkLst>
            <pc:docMk/>
            <pc:sldMk cId="1541010157" sldId="818"/>
            <ac:spMk id="7" creationId="{E13506DA-2B33-DBFA-8764-B5541449EEE5}"/>
          </ac:spMkLst>
        </pc:spChg>
        <pc:spChg chg="mod">
          <ac:chgData name="Kasaee Roodsari, Kaveh" userId="03e5d6b1-f39c-40ed-a196-aebec3ad69f7" providerId="ADAL" clId="{628AA09F-F40C-4F60-B575-D4C533003899}" dt="2026-04-03T11:57:43.052" v="473" actId="26606"/>
          <ac:spMkLst>
            <pc:docMk/>
            <pc:sldMk cId="1541010157" sldId="818"/>
            <ac:spMk id="9" creationId="{8BFE7DE4-B64E-F46F-F4FD-EF68AFDC2C93}"/>
          </ac:spMkLst>
        </pc:spChg>
        <pc:spChg chg="add del mod">
          <ac:chgData name="Kasaee Roodsari, Kaveh" userId="03e5d6b1-f39c-40ed-a196-aebec3ad69f7" providerId="ADAL" clId="{628AA09F-F40C-4F60-B575-D4C533003899}" dt="2026-04-03T11:57:43.052" v="473" actId="26606"/>
          <ac:spMkLst>
            <pc:docMk/>
            <pc:sldMk cId="1541010157" sldId="818"/>
            <ac:spMk id="23" creationId="{0E309BF4-440A-E05F-B7B6-CEB61F126CC2}"/>
          </ac:spMkLst>
        </pc:spChg>
        <pc:spChg chg="add">
          <ac:chgData name="Kasaee Roodsari, Kaveh" userId="03e5d6b1-f39c-40ed-a196-aebec3ad69f7" providerId="ADAL" clId="{628AA09F-F40C-4F60-B575-D4C533003899}" dt="2026-04-03T11:57:43.052" v="473" actId="26606"/>
          <ac:spMkLst>
            <pc:docMk/>
            <pc:sldMk cId="1541010157" sldId="818"/>
            <ac:spMk id="32" creationId="{3ECBE1F1-D69B-4AFA-ABD5-8E41720EF6DE}"/>
          </ac:spMkLst>
        </pc:spChg>
        <pc:spChg chg="add">
          <ac:chgData name="Kasaee Roodsari, Kaveh" userId="03e5d6b1-f39c-40ed-a196-aebec3ad69f7" providerId="ADAL" clId="{628AA09F-F40C-4F60-B575-D4C533003899}" dt="2026-04-03T11:57:43.052" v="473" actId="26606"/>
          <ac:spMkLst>
            <pc:docMk/>
            <pc:sldMk cId="1541010157" sldId="818"/>
            <ac:spMk id="34" creationId="{603A6265-E10C-4B85-9C20-E75FCAF9CC63}"/>
          </ac:spMkLst>
        </pc:spChg>
        <pc:picChg chg="add mod ord">
          <ac:chgData name="Kasaee Roodsari, Kaveh" userId="03e5d6b1-f39c-40ed-a196-aebec3ad69f7" providerId="ADAL" clId="{628AA09F-F40C-4F60-B575-D4C533003899}" dt="2026-04-03T11:57:43.052" v="473" actId="26606"/>
          <ac:picMkLst>
            <pc:docMk/>
            <pc:sldMk cId="1541010157" sldId="818"/>
            <ac:picMk id="27" creationId="{B80A4ECB-BB33-0A7C-CBED-E0C53BFA9E80}"/>
          </ac:picMkLst>
        </pc:picChg>
      </pc:sldChg>
      <pc:sldChg chg="addSp delSp modSp add mod setBg setClrOvrMap">
        <pc:chgData name="Kasaee Roodsari, Kaveh" userId="03e5d6b1-f39c-40ed-a196-aebec3ad69f7" providerId="ADAL" clId="{628AA09F-F40C-4F60-B575-D4C533003899}" dt="2026-04-04T17:24:49.820" v="1971" actId="20577"/>
        <pc:sldMkLst>
          <pc:docMk/>
          <pc:sldMk cId="2450237534" sldId="820"/>
        </pc:sldMkLst>
        <pc:spChg chg="mod">
          <ac:chgData name="Kasaee Roodsari, Kaveh" userId="03e5d6b1-f39c-40ed-a196-aebec3ad69f7" providerId="ADAL" clId="{628AA09F-F40C-4F60-B575-D4C533003899}" dt="2026-04-03T10:57:25.173" v="369" actId="26606"/>
          <ac:spMkLst>
            <pc:docMk/>
            <pc:sldMk cId="2450237534" sldId="820"/>
            <ac:spMk id="2" creationId="{A2E0B00B-C314-29B8-5D18-712CBE7F9740}"/>
          </ac:spMkLst>
        </pc:spChg>
        <pc:spChg chg="mod">
          <ac:chgData name="Kasaee Roodsari, Kaveh" userId="03e5d6b1-f39c-40ed-a196-aebec3ad69f7" providerId="ADAL" clId="{628AA09F-F40C-4F60-B575-D4C533003899}" dt="2026-04-03T10:57:25.173" v="369" actId="26606"/>
          <ac:spMkLst>
            <pc:docMk/>
            <pc:sldMk cId="2450237534" sldId="820"/>
            <ac:spMk id="9" creationId="{444C441F-8012-65D4-542F-75B5F5118F7B}"/>
          </ac:spMkLst>
        </pc:spChg>
        <pc:spChg chg="add">
          <ac:chgData name="Kasaee Roodsari, Kaveh" userId="03e5d6b1-f39c-40ed-a196-aebec3ad69f7" providerId="ADAL" clId="{628AA09F-F40C-4F60-B575-D4C533003899}" dt="2026-04-03T10:57:25.173" v="369" actId="26606"/>
          <ac:spMkLst>
            <pc:docMk/>
            <pc:sldMk cId="2450237534" sldId="820"/>
            <ac:spMk id="27" creationId="{D1D34770-47A8-402C-AF23-2B653F2D88C1}"/>
          </ac:spMkLst>
        </pc:spChg>
        <pc:graphicFrameChg chg="add mod modGraphic">
          <ac:chgData name="Kasaee Roodsari, Kaveh" userId="03e5d6b1-f39c-40ed-a196-aebec3ad69f7" providerId="ADAL" clId="{628AA09F-F40C-4F60-B575-D4C533003899}" dt="2026-04-04T17:24:49.820" v="1971" actId="20577"/>
          <ac:graphicFrameMkLst>
            <pc:docMk/>
            <pc:sldMk cId="2450237534" sldId="820"/>
            <ac:graphicFrameMk id="32" creationId="{353558AE-4940-FDD5-A505-2A993F755D31}"/>
          </ac:graphicFrameMkLst>
        </pc:graphicFrameChg>
        <pc:picChg chg="add">
          <ac:chgData name="Kasaee Roodsari, Kaveh" userId="03e5d6b1-f39c-40ed-a196-aebec3ad69f7" providerId="ADAL" clId="{628AA09F-F40C-4F60-B575-D4C533003899}" dt="2026-04-03T10:57:25.173" v="369" actId="26606"/>
          <ac:picMkLst>
            <pc:docMk/>
            <pc:sldMk cId="2450237534" sldId="820"/>
            <ac:picMk id="28" creationId="{F8B9FB72-2CD5-D842-75AD-0F0738B6101F}"/>
          </ac:picMkLst>
        </pc:picChg>
      </pc:sldChg>
      <pc:sldChg chg="addSp delSp modSp add mod setBg">
        <pc:chgData name="Kasaee Roodsari, Kaveh" userId="03e5d6b1-f39c-40ed-a196-aebec3ad69f7" providerId="ADAL" clId="{628AA09F-F40C-4F60-B575-D4C533003899}" dt="2026-04-04T20:30:10.308" v="1974" actId="20577"/>
        <pc:sldMkLst>
          <pc:docMk/>
          <pc:sldMk cId="1719925520" sldId="821"/>
        </pc:sldMkLst>
        <pc:spChg chg="mod">
          <ac:chgData name="Kasaee Roodsari, Kaveh" userId="03e5d6b1-f39c-40ed-a196-aebec3ad69f7" providerId="ADAL" clId="{628AA09F-F40C-4F60-B575-D4C533003899}" dt="2026-04-03T12:23:19.172" v="568" actId="26606"/>
          <ac:spMkLst>
            <pc:docMk/>
            <pc:sldMk cId="1719925520" sldId="821"/>
            <ac:spMk id="2" creationId="{E54032AB-F1B3-5FC9-B168-65BEA38612C4}"/>
          </ac:spMkLst>
        </pc:spChg>
        <pc:spChg chg="mod">
          <ac:chgData name="Kasaee Roodsari, Kaveh" userId="03e5d6b1-f39c-40ed-a196-aebec3ad69f7" providerId="ADAL" clId="{628AA09F-F40C-4F60-B575-D4C533003899}" dt="2026-04-03T12:23:19.172" v="568" actId="26606"/>
          <ac:spMkLst>
            <pc:docMk/>
            <pc:sldMk cId="1719925520" sldId="821"/>
            <ac:spMk id="7" creationId="{C2ECE364-9573-932C-184B-9CF1EA76C923}"/>
          </ac:spMkLst>
        </pc:spChg>
        <pc:spChg chg="mod">
          <ac:chgData name="Kasaee Roodsari, Kaveh" userId="03e5d6b1-f39c-40ed-a196-aebec3ad69f7" providerId="ADAL" clId="{628AA09F-F40C-4F60-B575-D4C533003899}" dt="2026-04-03T12:23:19.172" v="568" actId="26606"/>
          <ac:spMkLst>
            <pc:docMk/>
            <pc:sldMk cId="1719925520" sldId="821"/>
            <ac:spMk id="9" creationId="{230094D4-F230-40FC-847F-9EE029DC49AF}"/>
          </ac:spMkLst>
        </pc:spChg>
        <pc:spChg chg="add">
          <ac:chgData name="Kasaee Roodsari, Kaveh" userId="03e5d6b1-f39c-40ed-a196-aebec3ad69f7" providerId="ADAL" clId="{628AA09F-F40C-4F60-B575-D4C533003899}" dt="2026-04-03T12:23:19.172" v="568" actId="26606"/>
          <ac:spMkLst>
            <pc:docMk/>
            <pc:sldMk cId="1719925520" sldId="821"/>
            <ac:spMk id="92" creationId="{3ECBE1F1-D69B-4AFA-ABD5-8E41720EF6DE}"/>
          </ac:spMkLst>
        </pc:spChg>
        <pc:spChg chg="add">
          <ac:chgData name="Kasaee Roodsari, Kaveh" userId="03e5d6b1-f39c-40ed-a196-aebec3ad69f7" providerId="ADAL" clId="{628AA09F-F40C-4F60-B575-D4C533003899}" dt="2026-04-03T12:23:19.172" v="568" actId="26606"/>
          <ac:spMkLst>
            <pc:docMk/>
            <pc:sldMk cId="1719925520" sldId="821"/>
            <ac:spMk id="94" creationId="{603A6265-E10C-4B85-9C20-E75FCAF9CC63}"/>
          </ac:spMkLst>
        </pc:spChg>
        <pc:spChg chg="add mod">
          <ac:chgData name="Kasaee Roodsari, Kaveh" userId="03e5d6b1-f39c-40ed-a196-aebec3ad69f7" providerId="ADAL" clId="{628AA09F-F40C-4F60-B575-D4C533003899}" dt="2026-04-04T20:30:10.308" v="1974" actId="20577"/>
          <ac:spMkLst>
            <pc:docMk/>
            <pc:sldMk cId="1719925520" sldId="821"/>
            <ac:spMk id="95" creationId="{AA5EE78E-FAB0-F7E7-A37E-7ED28F87B07A}"/>
          </ac:spMkLst>
        </pc:spChg>
        <pc:picChg chg="add">
          <ac:chgData name="Kasaee Roodsari, Kaveh" userId="03e5d6b1-f39c-40ed-a196-aebec3ad69f7" providerId="ADAL" clId="{628AA09F-F40C-4F60-B575-D4C533003899}" dt="2026-04-03T12:23:19.172" v="568" actId="26606"/>
          <ac:picMkLst>
            <pc:docMk/>
            <pc:sldMk cId="1719925520" sldId="821"/>
            <ac:picMk id="93" creationId="{6660BFB8-2905-111A-C237-E25672CCE604}"/>
          </ac:picMkLst>
        </pc:picChg>
      </pc:sldChg>
      <pc:sldChg chg="addSp delSp modSp add mod setBg">
        <pc:chgData name="Kasaee Roodsari, Kaveh" userId="03e5d6b1-f39c-40ed-a196-aebec3ad69f7" providerId="ADAL" clId="{628AA09F-F40C-4F60-B575-D4C533003899}" dt="2026-04-06T10:07:37.839" v="2103" actId="1076"/>
        <pc:sldMkLst>
          <pc:docMk/>
          <pc:sldMk cId="9690922" sldId="822"/>
        </pc:sldMkLst>
        <pc:spChg chg="mod">
          <ac:chgData name="Kasaee Roodsari, Kaveh" userId="03e5d6b1-f39c-40ed-a196-aebec3ad69f7" providerId="ADAL" clId="{628AA09F-F40C-4F60-B575-D4C533003899}" dt="2026-04-03T14:30:34.261" v="1052" actId="27636"/>
          <ac:spMkLst>
            <pc:docMk/>
            <pc:sldMk cId="9690922" sldId="822"/>
            <ac:spMk id="2" creationId="{4689925B-E8B1-4C51-D850-8C9B82714316}"/>
          </ac:spMkLst>
        </pc:spChg>
        <pc:spChg chg="add mod">
          <ac:chgData name="Kasaee Roodsari, Kaveh" userId="03e5d6b1-f39c-40ed-a196-aebec3ad69f7" providerId="ADAL" clId="{628AA09F-F40C-4F60-B575-D4C533003899}" dt="2026-04-06T10:05:19.124" v="2095" actId="1076"/>
          <ac:spMkLst>
            <pc:docMk/>
            <pc:sldMk cId="9690922" sldId="822"/>
            <ac:spMk id="3" creationId="{AFE3FD9B-AA37-9577-E851-B7F76A7730AF}"/>
          </ac:spMkLst>
        </pc:spChg>
        <pc:spChg chg="add">
          <ac:chgData name="Kasaee Roodsari, Kaveh" userId="03e5d6b1-f39c-40ed-a196-aebec3ad69f7" providerId="ADAL" clId="{628AA09F-F40C-4F60-B575-D4C533003899}" dt="2026-04-06T09:40:38.902" v="2044"/>
          <ac:spMkLst>
            <pc:docMk/>
            <pc:sldMk cId="9690922" sldId="822"/>
            <ac:spMk id="4" creationId="{CF3DC561-627B-8DF6-FC21-9302AC782933}"/>
          </ac:spMkLst>
        </pc:spChg>
        <pc:spChg chg="mod ord">
          <ac:chgData name="Kasaee Roodsari, Kaveh" userId="03e5d6b1-f39c-40ed-a196-aebec3ad69f7" providerId="ADAL" clId="{628AA09F-F40C-4F60-B575-D4C533003899}" dt="2026-04-03T12:53:04.157" v="657" actId="26606"/>
          <ac:spMkLst>
            <pc:docMk/>
            <pc:sldMk cId="9690922" sldId="822"/>
            <ac:spMk id="7" creationId="{5E084F07-9FBC-F334-AFA7-403D94328260}"/>
          </ac:spMkLst>
        </pc:spChg>
        <pc:spChg chg="mod ord">
          <ac:chgData name="Kasaee Roodsari, Kaveh" userId="03e5d6b1-f39c-40ed-a196-aebec3ad69f7" providerId="ADAL" clId="{628AA09F-F40C-4F60-B575-D4C533003899}" dt="2026-04-03T12:53:04.157" v="657" actId="26606"/>
          <ac:spMkLst>
            <pc:docMk/>
            <pc:sldMk cId="9690922" sldId="822"/>
            <ac:spMk id="9" creationId="{EF317379-68FD-958A-5DF6-EEB369A3123E}"/>
          </ac:spMkLst>
        </pc:spChg>
        <pc:spChg chg="add">
          <ac:chgData name="Kasaee Roodsari, Kaveh" userId="03e5d6b1-f39c-40ed-a196-aebec3ad69f7" providerId="ADAL" clId="{628AA09F-F40C-4F60-B575-D4C533003899}" dt="2026-04-03T12:53:04.157" v="657" actId="26606"/>
          <ac:spMkLst>
            <pc:docMk/>
            <pc:sldMk cId="9690922" sldId="822"/>
            <ac:spMk id="14" creationId="{2CB962CF-61A3-4EF9-94F6-7C59B0329524}"/>
          </ac:spMkLst>
        </pc:spChg>
        <pc:picChg chg="add del mod">
          <ac:chgData name="Kasaee Roodsari, Kaveh" userId="03e5d6b1-f39c-40ed-a196-aebec3ad69f7" providerId="ADAL" clId="{628AA09F-F40C-4F60-B575-D4C533003899}" dt="2026-04-06T10:07:15.882" v="2096" actId="478"/>
          <ac:picMkLst>
            <pc:docMk/>
            <pc:sldMk cId="9690922" sldId="822"/>
            <ac:picMk id="6" creationId="{DBE07159-34AC-72A4-CCD1-44F18DC34864}"/>
          </ac:picMkLst>
        </pc:picChg>
        <pc:picChg chg="add del mod">
          <ac:chgData name="Kasaee Roodsari, Kaveh" userId="03e5d6b1-f39c-40ed-a196-aebec3ad69f7" providerId="ADAL" clId="{628AA09F-F40C-4F60-B575-D4C533003899}" dt="2026-04-06T10:04:56.006" v="2089" actId="478"/>
          <ac:picMkLst>
            <pc:docMk/>
            <pc:sldMk cId="9690922" sldId="822"/>
            <ac:picMk id="8" creationId="{A5165589-BEAD-D913-8CA4-1183C9379565}"/>
          </ac:picMkLst>
        </pc:picChg>
        <pc:picChg chg="add del mod">
          <ac:chgData name="Kasaee Roodsari, Kaveh" userId="03e5d6b1-f39c-40ed-a196-aebec3ad69f7" providerId="ADAL" clId="{628AA09F-F40C-4F60-B575-D4C533003899}" dt="2026-04-03T13:12:53.513" v="738" actId="478"/>
          <ac:picMkLst>
            <pc:docMk/>
            <pc:sldMk cId="9690922" sldId="822"/>
            <ac:picMk id="11" creationId="{6063583B-3C6B-6233-CEB2-DF91771FDD51}"/>
          </ac:picMkLst>
        </pc:picChg>
        <pc:picChg chg="add mod">
          <ac:chgData name="Kasaee Roodsari, Kaveh" userId="03e5d6b1-f39c-40ed-a196-aebec3ad69f7" providerId="ADAL" clId="{628AA09F-F40C-4F60-B575-D4C533003899}" dt="2026-04-06T10:07:37.839" v="2103" actId="1076"/>
          <ac:picMkLst>
            <pc:docMk/>
            <pc:sldMk cId="9690922" sldId="822"/>
            <ac:picMk id="12" creationId="{74F77E67-FDA7-0EA9-5AC1-B94DB0DAC821}"/>
          </ac:picMkLst>
        </pc:picChg>
      </pc:sldChg>
      <pc:sldChg chg="addSp delSp modSp add mod">
        <pc:chgData name="Kasaee Roodsari, Kaveh" userId="03e5d6b1-f39c-40ed-a196-aebec3ad69f7" providerId="ADAL" clId="{628AA09F-F40C-4F60-B575-D4C533003899}" dt="2026-04-07T08:14:30.132" v="2122" actId="27636"/>
        <pc:sldMkLst>
          <pc:docMk/>
          <pc:sldMk cId="290181575" sldId="824"/>
        </pc:sldMkLst>
        <pc:spChg chg="mod">
          <ac:chgData name="Kasaee Roodsari, Kaveh" userId="03e5d6b1-f39c-40ed-a196-aebec3ad69f7" providerId="ADAL" clId="{628AA09F-F40C-4F60-B575-D4C533003899}" dt="2026-04-03T13:34:25.963" v="792"/>
          <ac:spMkLst>
            <pc:docMk/>
            <pc:sldMk cId="290181575" sldId="824"/>
            <ac:spMk id="2" creationId="{66855EEB-0C04-4893-6F0C-88ADBA736D75}"/>
          </ac:spMkLst>
        </pc:spChg>
        <pc:spChg chg="mod">
          <ac:chgData name="Kasaee Roodsari, Kaveh" userId="03e5d6b1-f39c-40ed-a196-aebec3ad69f7" providerId="ADAL" clId="{628AA09F-F40C-4F60-B575-D4C533003899}" dt="2026-04-07T08:14:30.132" v="2122" actId="27636"/>
          <ac:spMkLst>
            <pc:docMk/>
            <pc:sldMk cId="290181575" sldId="824"/>
            <ac:spMk id="3" creationId="{37F13283-DAA4-81F2-8F28-49B54928D069}"/>
          </ac:spMkLst>
        </pc:spChg>
        <pc:picChg chg="add mod">
          <ac:chgData name="Kasaee Roodsari, Kaveh" userId="03e5d6b1-f39c-40ed-a196-aebec3ad69f7" providerId="ADAL" clId="{628AA09F-F40C-4F60-B575-D4C533003899}" dt="2026-04-06T10:02:18.303" v="2077" actId="1076"/>
          <ac:picMkLst>
            <pc:docMk/>
            <pc:sldMk cId="290181575" sldId="824"/>
            <ac:picMk id="5" creationId="{BFFFB171-A529-72C9-718B-E6F8E6AA28BD}"/>
          </ac:picMkLst>
        </pc:picChg>
        <pc:picChg chg="add mod">
          <ac:chgData name="Kasaee Roodsari, Kaveh" userId="03e5d6b1-f39c-40ed-a196-aebec3ad69f7" providerId="ADAL" clId="{628AA09F-F40C-4F60-B575-D4C533003899}" dt="2026-04-06T10:02:52.363" v="2088" actId="1076"/>
          <ac:picMkLst>
            <pc:docMk/>
            <pc:sldMk cId="290181575" sldId="824"/>
            <ac:picMk id="8" creationId="{BDAD599A-A0C2-E356-57F8-6A1EA69D0AB4}"/>
          </ac:picMkLst>
        </pc:picChg>
        <pc:picChg chg="mod">
          <ac:chgData name="Kasaee Roodsari, Kaveh" userId="03e5d6b1-f39c-40ed-a196-aebec3ad69f7" providerId="ADAL" clId="{628AA09F-F40C-4F60-B575-D4C533003899}" dt="2026-04-03T13:46:02.148" v="886" actId="1076"/>
          <ac:picMkLst>
            <pc:docMk/>
            <pc:sldMk cId="290181575" sldId="824"/>
            <ac:picMk id="13" creationId="{13466D3E-7693-5622-85B4-CBC16B174FC8}"/>
          </ac:picMkLst>
        </pc:picChg>
        <pc:picChg chg="del mod">
          <ac:chgData name="Kasaee Roodsari, Kaveh" userId="03e5d6b1-f39c-40ed-a196-aebec3ad69f7" providerId="ADAL" clId="{628AA09F-F40C-4F60-B575-D4C533003899}" dt="2026-04-06T10:02:32.677" v="2078" actId="478"/>
          <ac:picMkLst>
            <pc:docMk/>
            <pc:sldMk cId="290181575" sldId="824"/>
            <ac:picMk id="16" creationId="{CD962E68-EB4C-4B97-EA93-6FADD417D5F6}"/>
          </ac:picMkLst>
        </pc:picChg>
        <pc:picChg chg="del mod">
          <ac:chgData name="Kasaee Roodsari, Kaveh" userId="03e5d6b1-f39c-40ed-a196-aebec3ad69f7" providerId="ADAL" clId="{628AA09F-F40C-4F60-B575-D4C533003899}" dt="2026-04-06T10:02:09.870" v="2073" actId="478"/>
          <ac:picMkLst>
            <pc:docMk/>
            <pc:sldMk cId="290181575" sldId="824"/>
            <ac:picMk id="18" creationId="{B5A17282-0231-71DB-FB1C-4DEBC1F8598C}"/>
          </ac:picMkLst>
        </pc:picChg>
      </pc:sldChg>
      <pc:sldChg chg="addSp delSp modSp add mod">
        <pc:chgData name="Kasaee Roodsari, Kaveh" userId="03e5d6b1-f39c-40ed-a196-aebec3ad69f7" providerId="ADAL" clId="{628AA09F-F40C-4F60-B575-D4C533003899}" dt="2026-04-07T08:15:34.345" v="2129" actId="20577"/>
        <pc:sldMkLst>
          <pc:docMk/>
          <pc:sldMk cId="2939925120" sldId="825"/>
        </pc:sldMkLst>
        <pc:spChg chg="mod">
          <ac:chgData name="Kasaee Roodsari, Kaveh" userId="03e5d6b1-f39c-40ed-a196-aebec3ad69f7" providerId="ADAL" clId="{628AA09F-F40C-4F60-B575-D4C533003899}" dt="2026-04-07T08:15:34.345" v="2129" actId="20577"/>
          <ac:spMkLst>
            <pc:docMk/>
            <pc:sldMk cId="2939925120" sldId="825"/>
            <ac:spMk id="3" creationId="{7148F3D2-BD88-8200-3435-F7DC23CCC632}"/>
          </ac:spMkLst>
        </pc:spChg>
        <pc:picChg chg="add mod">
          <ac:chgData name="Kasaee Roodsari, Kaveh" userId="03e5d6b1-f39c-40ed-a196-aebec3ad69f7" providerId="ADAL" clId="{628AA09F-F40C-4F60-B575-D4C533003899}" dt="2026-04-03T14:10:28.402" v="909" actId="1076"/>
          <ac:picMkLst>
            <pc:docMk/>
            <pc:sldMk cId="2939925120" sldId="825"/>
            <ac:picMk id="5" creationId="{5C60D001-709C-082D-9DC2-0AEB7569A383}"/>
          </ac:picMkLst>
        </pc:picChg>
      </pc:sldChg>
      <pc:sldChg chg="addSp delSp modSp add mod setBg">
        <pc:chgData name="Kasaee Roodsari, Kaveh" userId="03e5d6b1-f39c-40ed-a196-aebec3ad69f7" providerId="ADAL" clId="{628AA09F-F40C-4F60-B575-D4C533003899}" dt="2026-04-03T14:36:13.836" v="1127"/>
        <pc:sldMkLst>
          <pc:docMk/>
          <pc:sldMk cId="1852843180" sldId="826"/>
        </pc:sldMkLst>
        <pc:spChg chg="mod">
          <ac:chgData name="Kasaee Roodsari, Kaveh" userId="03e5d6b1-f39c-40ed-a196-aebec3ad69f7" providerId="ADAL" clId="{628AA09F-F40C-4F60-B575-D4C533003899}" dt="2026-04-03T14:19:01.407" v="1046" actId="26606"/>
          <ac:spMkLst>
            <pc:docMk/>
            <pc:sldMk cId="1852843180" sldId="826"/>
            <ac:spMk id="2" creationId="{FE7EDB11-D357-648A-EE70-913F25035509}"/>
          </ac:spMkLst>
        </pc:spChg>
        <pc:spChg chg="mod">
          <ac:chgData name="Kasaee Roodsari, Kaveh" userId="03e5d6b1-f39c-40ed-a196-aebec3ad69f7" providerId="ADAL" clId="{628AA09F-F40C-4F60-B575-D4C533003899}" dt="2026-04-03T14:19:01.407" v="1046" actId="26606"/>
          <ac:spMkLst>
            <pc:docMk/>
            <pc:sldMk cId="1852843180" sldId="826"/>
            <ac:spMk id="7" creationId="{0FC214EE-49E0-45FE-A357-FE6C2C1AC742}"/>
          </ac:spMkLst>
        </pc:spChg>
        <pc:spChg chg="mod">
          <ac:chgData name="Kasaee Roodsari, Kaveh" userId="03e5d6b1-f39c-40ed-a196-aebec3ad69f7" providerId="ADAL" clId="{628AA09F-F40C-4F60-B575-D4C533003899}" dt="2026-04-03T14:19:01.407" v="1046" actId="26606"/>
          <ac:spMkLst>
            <pc:docMk/>
            <pc:sldMk cId="1852843180" sldId="826"/>
            <ac:spMk id="9" creationId="{0E5927D1-D020-F9D3-3FCA-38750AF873FC}"/>
          </ac:spMkLst>
        </pc:spChg>
        <pc:graphicFrameChg chg="add mod modGraphic">
          <ac:chgData name="Kasaee Roodsari, Kaveh" userId="03e5d6b1-f39c-40ed-a196-aebec3ad69f7" providerId="ADAL" clId="{628AA09F-F40C-4F60-B575-D4C533003899}" dt="2026-04-03T14:36:13.836" v="1127"/>
          <ac:graphicFrameMkLst>
            <pc:docMk/>
            <pc:sldMk cId="1852843180" sldId="826"/>
            <ac:graphicFrameMk id="25" creationId="{6C59DCF5-F5D9-2684-AAC0-2090A0BC2127}"/>
          </ac:graphicFrameMkLst>
        </pc:graphicFrameChg>
      </pc:sldChg>
      <pc:sldChg chg="addSp delSp modSp add mod setBg">
        <pc:chgData name="Kasaee Roodsari, Kaveh" userId="03e5d6b1-f39c-40ed-a196-aebec3ad69f7" providerId="ADAL" clId="{628AA09F-F40C-4F60-B575-D4C533003899}" dt="2026-04-04T17:16:01.610" v="1910" actId="26606"/>
        <pc:sldMkLst>
          <pc:docMk/>
          <pc:sldMk cId="2330433877" sldId="827"/>
        </pc:sldMkLst>
        <pc:spChg chg="mod">
          <ac:chgData name="Kasaee Roodsari, Kaveh" userId="03e5d6b1-f39c-40ed-a196-aebec3ad69f7" providerId="ADAL" clId="{628AA09F-F40C-4F60-B575-D4C533003899}" dt="2026-04-04T17:16:01.610" v="1910" actId="26606"/>
          <ac:spMkLst>
            <pc:docMk/>
            <pc:sldMk cId="2330433877" sldId="827"/>
            <ac:spMk id="2" creationId="{377585C4-4AD7-AFD4-3D8F-30B4A5E1F1D7}"/>
          </ac:spMkLst>
        </pc:spChg>
        <pc:spChg chg="mod">
          <ac:chgData name="Kasaee Roodsari, Kaveh" userId="03e5d6b1-f39c-40ed-a196-aebec3ad69f7" providerId="ADAL" clId="{628AA09F-F40C-4F60-B575-D4C533003899}" dt="2026-04-04T17:16:01.610" v="1910" actId="26606"/>
          <ac:spMkLst>
            <pc:docMk/>
            <pc:sldMk cId="2330433877" sldId="827"/>
            <ac:spMk id="3" creationId="{FB58DFF7-3A5B-BC42-1AC7-82BCC64B1E2E}"/>
          </ac:spMkLst>
        </pc:spChg>
        <pc:spChg chg="mod">
          <ac:chgData name="Kasaee Roodsari, Kaveh" userId="03e5d6b1-f39c-40ed-a196-aebec3ad69f7" providerId="ADAL" clId="{628AA09F-F40C-4F60-B575-D4C533003899}" dt="2026-04-04T17:16:01.610" v="1910" actId="26606"/>
          <ac:spMkLst>
            <pc:docMk/>
            <pc:sldMk cId="2330433877" sldId="827"/>
            <ac:spMk id="7" creationId="{CCE4114F-6AC7-BE1C-6EA8-F926B6BB8897}"/>
          </ac:spMkLst>
        </pc:spChg>
        <pc:spChg chg="mod">
          <ac:chgData name="Kasaee Roodsari, Kaveh" userId="03e5d6b1-f39c-40ed-a196-aebec3ad69f7" providerId="ADAL" clId="{628AA09F-F40C-4F60-B575-D4C533003899}" dt="2026-04-04T17:16:01.610" v="1910" actId="26606"/>
          <ac:spMkLst>
            <pc:docMk/>
            <pc:sldMk cId="2330433877" sldId="827"/>
            <ac:spMk id="9" creationId="{5617DB04-F0FF-B1D9-8EDA-EA49190860A8}"/>
          </ac:spMkLst>
        </pc:spChg>
        <pc:spChg chg="add">
          <ac:chgData name="Kasaee Roodsari, Kaveh" userId="03e5d6b1-f39c-40ed-a196-aebec3ad69f7" providerId="ADAL" clId="{628AA09F-F40C-4F60-B575-D4C533003899}" dt="2026-04-04T17:16:01.610" v="1910" actId="26606"/>
          <ac:spMkLst>
            <pc:docMk/>
            <pc:sldMk cId="2330433877" sldId="827"/>
            <ac:spMk id="15" creationId="{9F7D5CDA-D291-4307-BF55-1381FED29634}"/>
          </ac:spMkLst>
        </pc:spChg>
        <pc:picChg chg="add">
          <ac:chgData name="Kasaee Roodsari, Kaveh" userId="03e5d6b1-f39c-40ed-a196-aebec3ad69f7" providerId="ADAL" clId="{628AA09F-F40C-4F60-B575-D4C533003899}" dt="2026-04-04T17:16:01.610" v="1910" actId="26606"/>
          <ac:picMkLst>
            <pc:docMk/>
            <pc:sldMk cId="2330433877" sldId="827"/>
            <ac:picMk id="11" creationId="{7664EF79-AC70-A12B-F511-51ACF1D5C90A}"/>
          </ac:picMkLst>
        </pc:picChg>
      </pc:sldChg>
      <pc:sldChg chg="addSp delSp modSp add mod ord setBg delDesignElem">
        <pc:chgData name="Kasaee Roodsari, Kaveh" userId="03e5d6b1-f39c-40ed-a196-aebec3ad69f7" providerId="ADAL" clId="{628AA09F-F40C-4F60-B575-D4C533003899}" dt="2026-04-04T17:25:05.314" v="1972" actId="20577"/>
        <pc:sldMkLst>
          <pc:docMk/>
          <pc:sldMk cId="1157099206" sldId="830"/>
        </pc:sldMkLst>
        <pc:spChg chg="mod">
          <ac:chgData name="Kasaee Roodsari, Kaveh" userId="03e5d6b1-f39c-40ed-a196-aebec3ad69f7" providerId="ADAL" clId="{628AA09F-F40C-4F60-B575-D4C533003899}" dt="2026-04-03T14:50:55.323" v="1263" actId="20577"/>
          <ac:spMkLst>
            <pc:docMk/>
            <pc:sldMk cId="1157099206" sldId="830"/>
            <ac:spMk id="2" creationId="{ADA5F329-7532-5B5A-527A-325606005290}"/>
          </ac:spMkLst>
        </pc:spChg>
        <pc:spChg chg="mod">
          <ac:chgData name="Kasaee Roodsari, Kaveh" userId="03e5d6b1-f39c-40ed-a196-aebec3ad69f7" providerId="ADAL" clId="{628AA09F-F40C-4F60-B575-D4C533003899}" dt="2026-04-03T14:49:46.646" v="1214" actId="26606"/>
          <ac:spMkLst>
            <pc:docMk/>
            <pc:sldMk cId="1157099206" sldId="830"/>
            <ac:spMk id="9" creationId="{B7381ECC-1C3B-E7CB-6B6F-27F7F3C9809E}"/>
          </ac:spMkLst>
        </pc:spChg>
        <pc:spChg chg="mod">
          <ac:chgData name="Kasaee Roodsari, Kaveh" userId="03e5d6b1-f39c-40ed-a196-aebec3ad69f7" providerId="ADAL" clId="{628AA09F-F40C-4F60-B575-D4C533003899}" dt="2026-04-04T17:25:05.314" v="1972" actId="20577"/>
          <ac:spMkLst>
            <pc:docMk/>
            <pc:sldMk cId="1157099206" sldId="830"/>
            <ac:spMk id="23" creationId="{6B851AE1-29D5-734C-4259-34B9950BC835}"/>
          </ac:spMkLst>
        </pc:spChg>
        <pc:spChg chg="add">
          <ac:chgData name="Kasaee Roodsari, Kaveh" userId="03e5d6b1-f39c-40ed-a196-aebec3ad69f7" providerId="ADAL" clId="{628AA09F-F40C-4F60-B575-D4C533003899}" dt="2026-04-03T14:49:46.646" v="1215" actId="26606"/>
          <ac:spMkLst>
            <pc:docMk/>
            <pc:sldMk cId="1157099206" sldId="830"/>
            <ac:spMk id="42" creationId="{907EF6B7-1338-4443-8C46-6A318D952DFD}"/>
          </ac:spMkLst>
        </pc:spChg>
        <pc:spChg chg="add">
          <ac:chgData name="Kasaee Roodsari, Kaveh" userId="03e5d6b1-f39c-40ed-a196-aebec3ad69f7" providerId="ADAL" clId="{628AA09F-F40C-4F60-B575-D4C533003899}" dt="2026-04-03T14:49:46.646" v="1215" actId="26606"/>
          <ac:spMkLst>
            <pc:docMk/>
            <pc:sldMk cId="1157099206" sldId="830"/>
            <ac:spMk id="43" creationId="{DAAE4CDD-124C-4DCF-9584-B6033B545DD5}"/>
          </ac:spMkLst>
        </pc:spChg>
        <pc:spChg chg="add">
          <ac:chgData name="Kasaee Roodsari, Kaveh" userId="03e5d6b1-f39c-40ed-a196-aebec3ad69f7" providerId="ADAL" clId="{628AA09F-F40C-4F60-B575-D4C533003899}" dt="2026-04-03T14:49:46.646" v="1215" actId="26606"/>
          <ac:spMkLst>
            <pc:docMk/>
            <pc:sldMk cId="1157099206" sldId="830"/>
            <ac:spMk id="44" creationId="{081E4A58-353D-44AE-B2FC-2A74E2E400F7}"/>
          </ac:spMkLst>
        </pc:spChg>
      </pc:sldChg>
      <pc:sldChg chg="addSp delSp modSp add mod">
        <pc:chgData name="Kasaee Roodsari, Kaveh" userId="03e5d6b1-f39c-40ed-a196-aebec3ad69f7" providerId="ADAL" clId="{628AA09F-F40C-4F60-B575-D4C533003899}" dt="2026-04-04T20:32:33.231" v="2015" actId="113"/>
        <pc:sldMkLst>
          <pc:docMk/>
          <pc:sldMk cId="1714388374" sldId="831"/>
        </pc:sldMkLst>
        <pc:spChg chg="mod">
          <ac:chgData name="Kasaee Roodsari, Kaveh" userId="03e5d6b1-f39c-40ed-a196-aebec3ad69f7" providerId="ADAL" clId="{628AA09F-F40C-4F60-B575-D4C533003899}" dt="2026-04-04T10:56:56.404" v="1366" actId="20577"/>
          <ac:spMkLst>
            <pc:docMk/>
            <pc:sldMk cId="1714388374" sldId="831"/>
            <ac:spMk id="2" creationId="{F34B00F8-DCDE-EA0D-4B55-616D24DAC43D}"/>
          </ac:spMkLst>
        </pc:spChg>
        <pc:graphicFrameChg chg="add mod modGraphic">
          <ac:chgData name="Kasaee Roodsari, Kaveh" userId="03e5d6b1-f39c-40ed-a196-aebec3ad69f7" providerId="ADAL" clId="{628AA09F-F40C-4F60-B575-D4C533003899}" dt="2026-04-04T20:32:33.231" v="2015" actId="113"/>
          <ac:graphicFrameMkLst>
            <pc:docMk/>
            <pc:sldMk cId="1714388374" sldId="831"/>
            <ac:graphicFrameMk id="12" creationId="{090F4E63-F725-174C-EB28-6A0CCEAD86C9}"/>
          </ac:graphicFrameMkLst>
        </pc:graphicFrameChg>
      </pc:sldChg>
      <pc:sldChg chg="addSp delSp modSp add mod setBg delDesignElem">
        <pc:chgData name="Kasaee Roodsari, Kaveh" userId="03e5d6b1-f39c-40ed-a196-aebec3ad69f7" providerId="ADAL" clId="{628AA09F-F40C-4F60-B575-D4C533003899}" dt="2026-04-04T11:14:26.876" v="1533" actId="1035"/>
        <pc:sldMkLst>
          <pc:docMk/>
          <pc:sldMk cId="2229776262" sldId="832"/>
        </pc:sldMkLst>
        <pc:spChg chg="mod">
          <ac:chgData name="Kasaee Roodsari, Kaveh" userId="03e5d6b1-f39c-40ed-a196-aebec3ad69f7" providerId="ADAL" clId="{628AA09F-F40C-4F60-B575-D4C533003899}" dt="2026-04-04T11:14:20.496" v="1511" actId="14100"/>
          <ac:spMkLst>
            <pc:docMk/>
            <pc:sldMk cId="2229776262" sldId="832"/>
            <ac:spMk id="2" creationId="{77947D9B-C808-107D-F8D1-EB27C0952CB6}"/>
          </ac:spMkLst>
        </pc:spChg>
        <pc:spChg chg="add del mod ord">
          <ac:chgData name="Kasaee Roodsari, Kaveh" userId="03e5d6b1-f39c-40ed-a196-aebec3ad69f7" providerId="ADAL" clId="{628AA09F-F40C-4F60-B575-D4C533003899}" dt="2026-04-04T11:14:26.876" v="1533" actId="1035"/>
          <ac:spMkLst>
            <pc:docMk/>
            <pc:sldMk cId="2229776262" sldId="832"/>
            <ac:spMk id="3" creationId="{0EB807DE-9226-0CB1-3CA6-5F2E66998809}"/>
          </ac:spMkLst>
        </pc:spChg>
        <pc:spChg chg="mod">
          <ac:chgData name="Kasaee Roodsari, Kaveh" userId="03e5d6b1-f39c-40ed-a196-aebec3ad69f7" providerId="ADAL" clId="{628AA09F-F40C-4F60-B575-D4C533003899}" dt="2026-04-04T11:14:12.583" v="1510" actId="26606"/>
          <ac:spMkLst>
            <pc:docMk/>
            <pc:sldMk cId="2229776262" sldId="832"/>
            <ac:spMk id="7" creationId="{311137FB-9B8A-4995-5804-9FD27AA65337}"/>
          </ac:spMkLst>
        </pc:spChg>
        <pc:spChg chg="mod">
          <ac:chgData name="Kasaee Roodsari, Kaveh" userId="03e5d6b1-f39c-40ed-a196-aebec3ad69f7" providerId="ADAL" clId="{628AA09F-F40C-4F60-B575-D4C533003899}" dt="2026-04-04T11:14:12.583" v="1510" actId="26606"/>
          <ac:spMkLst>
            <pc:docMk/>
            <pc:sldMk cId="2229776262" sldId="832"/>
            <ac:spMk id="9" creationId="{A75F2885-FE07-DF59-38D7-B4441E88DA00}"/>
          </ac:spMkLst>
        </pc:spChg>
        <pc:spChg chg="add">
          <ac:chgData name="Kasaee Roodsari, Kaveh" userId="03e5d6b1-f39c-40ed-a196-aebec3ad69f7" providerId="ADAL" clId="{628AA09F-F40C-4F60-B575-D4C533003899}" dt="2026-04-04T11:14:12.583" v="1510" actId="26606"/>
          <ac:spMkLst>
            <pc:docMk/>
            <pc:sldMk cId="2229776262" sldId="832"/>
            <ac:spMk id="15" creationId="{9F7D5CDA-D291-4307-BF55-1381FED29634}"/>
          </ac:spMkLst>
        </pc:spChg>
        <pc:picChg chg="add">
          <ac:chgData name="Kasaee Roodsari, Kaveh" userId="03e5d6b1-f39c-40ed-a196-aebec3ad69f7" providerId="ADAL" clId="{628AA09F-F40C-4F60-B575-D4C533003899}" dt="2026-04-04T11:14:12.583" v="1510" actId="26606"/>
          <ac:picMkLst>
            <pc:docMk/>
            <pc:sldMk cId="2229776262" sldId="832"/>
            <ac:picMk id="28" creationId="{4913543D-0573-FC57-E01A-42E0FC1CAEAC}"/>
          </ac:picMkLst>
        </pc:picChg>
      </pc:sldChg>
      <pc:sldChg chg="addSp delSp modSp add del mod setBg delDesignElem">
        <pc:chgData name="Kasaee Roodsari, Kaveh" userId="03e5d6b1-f39c-40ed-a196-aebec3ad69f7" providerId="ADAL" clId="{628AA09F-F40C-4F60-B575-D4C533003899}" dt="2026-04-04T14:50:44.636" v="1644" actId="1076"/>
        <pc:sldMkLst>
          <pc:docMk/>
          <pc:sldMk cId="2750884308" sldId="833"/>
        </pc:sldMkLst>
        <pc:spChg chg="mod">
          <ac:chgData name="Kasaee Roodsari, Kaveh" userId="03e5d6b1-f39c-40ed-a196-aebec3ad69f7" providerId="ADAL" clId="{628AA09F-F40C-4F60-B575-D4C533003899}" dt="2026-04-04T14:05:48.377" v="1610" actId="26606"/>
          <ac:spMkLst>
            <pc:docMk/>
            <pc:sldMk cId="2750884308" sldId="833"/>
            <ac:spMk id="2" creationId="{DDD2807D-DB4B-51C9-7706-5D63A7E94ECA}"/>
          </ac:spMkLst>
        </pc:spChg>
        <pc:spChg chg="mod ord">
          <ac:chgData name="Kasaee Roodsari, Kaveh" userId="03e5d6b1-f39c-40ed-a196-aebec3ad69f7" providerId="ADAL" clId="{628AA09F-F40C-4F60-B575-D4C533003899}" dt="2026-04-04T14:12:46.070" v="1636" actId="5793"/>
          <ac:spMkLst>
            <pc:docMk/>
            <pc:sldMk cId="2750884308" sldId="833"/>
            <ac:spMk id="3" creationId="{F438BFDC-956D-E254-0CC4-E497AED0565A}"/>
          </ac:spMkLst>
        </pc:spChg>
        <pc:spChg chg="add del mod">
          <ac:chgData name="Kasaee Roodsari, Kaveh" userId="03e5d6b1-f39c-40ed-a196-aebec3ad69f7" providerId="ADAL" clId="{628AA09F-F40C-4F60-B575-D4C533003899}" dt="2026-04-04T14:05:48.377" v="1610" actId="26606"/>
          <ac:spMkLst>
            <pc:docMk/>
            <pc:sldMk cId="2750884308" sldId="833"/>
            <ac:spMk id="7" creationId="{215C0885-015C-238F-DB89-5C47D2BED2F1}"/>
          </ac:spMkLst>
        </pc:spChg>
        <pc:spChg chg="mod ord">
          <ac:chgData name="Kasaee Roodsari, Kaveh" userId="03e5d6b1-f39c-40ed-a196-aebec3ad69f7" providerId="ADAL" clId="{628AA09F-F40C-4F60-B575-D4C533003899}" dt="2026-04-04T14:05:48.377" v="1610" actId="26606"/>
          <ac:spMkLst>
            <pc:docMk/>
            <pc:sldMk cId="2750884308" sldId="833"/>
            <ac:spMk id="9" creationId="{56D60649-FB54-D6C0-4023-F1B144C04B2E}"/>
          </ac:spMkLst>
        </pc:spChg>
        <pc:picChg chg="add mod">
          <ac:chgData name="Kasaee Roodsari, Kaveh" userId="03e5d6b1-f39c-40ed-a196-aebec3ad69f7" providerId="ADAL" clId="{628AA09F-F40C-4F60-B575-D4C533003899}" dt="2026-04-04T14:50:44.636" v="1644" actId="1076"/>
          <ac:picMkLst>
            <pc:docMk/>
            <pc:sldMk cId="2750884308" sldId="833"/>
            <ac:picMk id="26" creationId="{6AE4FD7D-B70D-F765-DA72-6799EA101712}"/>
          </ac:picMkLst>
        </pc:picChg>
      </pc:sldChg>
      <pc:sldChg chg="addSp delSp modSp add mod setBg">
        <pc:chgData name="Kasaee Roodsari, Kaveh" userId="03e5d6b1-f39c-40ed-a196-aebec3ad69f7" providerId="ADAL" clId="{628AA09F-F40C-4F60-B575-D4C533003899}" dt="2026-04-04T14:57:07.602" v="1724" actId="26606"/>
        <pc:sldMkLst>
          <pc:docMk/>
          <pc:sldMk cId="287428865" sldId="834"/>
        </pc:sldMkLst>
        <pc:spChg chg="mod">
          <ac:chgData name="Kasaee Roodsari, Kaveh" userId="03e5d6b1-f39c-40ed-a196-aebec3ad69f7" providerId="ADAL" clId="{628AA09F-F40C-4F60-B575-D4C533003899}" dt="2026-04-04T14:57:07.602" v="1724" actId="26606"/>
          <ac:spMkLst>
            <pc:docMk/>
            <pc:sldMk cId="287428865" sldId="834"/>
            <ac:spMk id="2" creationId="{E9D2C091-F294-12FE-B7F6-E3587F6A2CCD}"/>
          </ac:spMkLst>
        </pc:spChg>
        <pc:spChg chg="mod">
          <ac:chgData name="Kasaee Roodsari, Kaveh" userId="03e5d6b1-f39c-40ed-a196-aebec3ad69f7" providerId="ADAL" clId="{628AA09F-F40C-4F60-B575-D4C533003899}" dt="2026-04-04T14:57:07.602" v="1724" actId="26606"/>
          <ac:spMkLst>
            <pc:docMk/>
            <pc:sldMk cId="287428865" sldId="834"/>
            <ac:spMk id="7" creationId="{D59B7A07-2486-E71A-A194-68B8F098AC43}"/>
          </ac:spMkLst>
        </pc:spChg>
        <pc:spChg chg="mod">
          <ac:chgData name="Kasaee Roodsari, Kaveh" userId="03e5d6b1-f39c-40ed-a196-aebec3ad69f7" providerId="ADAL" clId="{628AA09F-F40C-4F60-B575-D4C533003899}" dt="2026-04-04T14:57:07.602" v="1724" actId="26606"/>
          <ac:spMkLst>
            <pc:docMk/>
            <pc:sldMk cId="287428865" sldId="834"/>
            <ac:spMk id="9" creationId="{315CD042-A5CA-0249-DFCB-969D696584FF}"/>
          </ac:spMkLst>
        </pc:spChg>
        <pc:spChg chg="add">
          <ac:chgData name="Kasaee Roodsari, Kaveh" userId="03e5d6b1-f39c-40ed-a196-aebec3ad69f7" providerId="ADAL" clId="{628AA09F-F40C-4F60-B575-D4C533003899}" dt="2026-04-04T14:57:07.602" v="1724" actId="26606"/>
          <ac:spMkLst>
            <pc:docMk/>
            <pc:sldMk cId="287428865" sldId="834"/>
            <ac:spMk id="16" creationId="{B50AB553-2A96-4A92-96F2-93548E096954}"/>
          </ac:spMkLst>
        </pc:spChg>
        <pc:graphicFrameChg chg="add">
          <ac:chgData name="Kasaee Roodsari, Kaveh" userId="03e5d6b1-f39c-40ed-a196-aebec3ad69f7" providerId="ADAL" clId="{628AA09F-F40C-4F60-B575-D4C533003899}" dt="2026-04-04T14:57:07.602" v="1724" actId="26606"/>
          <ac:graphicFrameMkLst>
            <pc:docMk/>
            <pc:sldMk cId="287428865" sldId="834"/>
            <ac:graphicFrameMk id="11" creationId="{CF775A66-0EC4-6195-7288-6ED005F18DA0}"/>
          </ac:graphicFrameMkLst>
        </pc:graphicFrameChg>
        <pc:picChg chg="add">
          <ac:chgData name="Kasaee Roodsari, Kaveh" userId="03e5d6b1-f39c-40ed-a196-aebec3ad69f7" providerId="ADAL" clId="{628AA09F-F40C-4F60-B575-D4C533003899}" dt="2026-04-04T14:57:07.602" v="1724" actId="26606"/>
          <ac:picMkLst>
            <pc:docMk/>
            <pc:sldMk cId="287428865" sldId="834"/>
            <ac:picMk id="12" creationId="{4A46DD43-36EF-21A1-4CB6-307D78CB7202}"/>
          </ac:picMkLst>
        </pc:picChg>
      </pc:sldChg>
      <pc:sldChg chg="addSp delSp modSp add mod">
        <pc:chgData name="Kasaee Roodsari, Kaveh" userId="03e5d6b1-f39c-40ed-a196-aebec3ad69f7" providerId="ADAL" clId="{628AA09F-F40C-4F60-B575-D4C533003899}" dt="2026-04-04T16:33:27.608" v="1769" actId="26606"/>
        <pc:sldMkLst>
          <pc:docMk/>
          <pc:sldMk cId="3178609617" sldId="835"/>
        </pc:sldMkLst>
        <pc:spChg chg="mod">
          <ac:chgData name="Kasaee Roodsari, Kaveh" userId="03e5d6b1-f39c-40ed-a196-aebec3ad69f7" providerId="ADAL" clId="{628AA09F-F40C-4F60-B575-D4C533003899}" dt="2026-04-04T16:27:05.596" v="1726"/>
          <ac:spMkLst>
            <pc:docMk/>
            <pc:sldMk cId="3178609617" sldId="835"/>
            <ac:spMk id="2" creationId="{41C1ED26-6608-167A-54C5-0FFC376DF84E}"/>
          </ac:spMkLst>
        </pc:spChg>
        <pc:graphicFrameChg chg="add">
          <ac:chgData name="Kasaee Roodsari, Kaveh" userId="03e5d6b1-f39c-40ed-a196-aebec3ad69f7" providerId="ADAL" clId="{628AA09F-F40C-4F60-B575-D4C533003899}" dt="2026-04-04T16:33:27.608" v="1769" actId="26606"/>
          <ac:graphicFrameMkLst>
            <pc:docMk/>
            <pc:sldMk cId="3178609617" sldId="835"/>
            <ac:graphicFrameMk id="11" creationId="{434897F3-0E28-CB51-FC0E-1E04FEF0F043}"/>
          </ac:graphicFrameMkLst>
        </pc:graphicFrameChg>
      </pc:sldChg>
      <pc:sldChg chg="addSp delSp modSp add mod setBg">
        <pc:chgData name="Kasaee Roodsari, Kaveh" userId="03e5d6b1-f39c-40ed-a196-aebec3ad69f7" providerId="ADAL" clId="{628AA09F-F40C-4F60-B575-D4C533003899}" dt="2026-04-04T20:35:19.275" v="2026" actId="20577"/>
        <pc:sldMkLst>
          <pc:docMk/>
          <pc:sldMk cId="1884852485" sldId="836"/>
        </pc:sldMkLst>
        <pc:spChg chg="mod">
          <ac:chgData name="Kasaee Roodsari, Kaveh" userId="03e5d6b1-f39c-40ed-a196-aebec3ad69f7" providerId="ADAL" clId="{628AA09F-F40C-4F60-B575-D4C533003899}" dt="2026-04-04T17:20:58.143" v="1928" actId="26606"/>
          <ac:spMkLst>
            <pc:docMk/>
            <pc:sldMk cId="1884852485" sldId="836"/>
            <ac:spMk id="2" creationId="{62ED2730-2D91-E9F0-1AD6-B405830F0F2C}"/>
          </ac:spMkLst>
        </pc:spChg>
        <pc:spChg chg="mod ord">
          <ac:chgData name="Kasaee Roodsari, Kaveh" userId="03e5d6b1-f39c-40ed-a196-aebec3ad69f7" providerId="ADAL" clId="{628AA09F-F40C-4F60-B575-D4C533003899}" dt="2026-04-04T20:35:19.275" v="2026" actId="20577"/>
          <ac:spMkLst>
            <pc:docMk/>
            <pc:sldMk cId="1884852485" sldId="836"/>
            <ac:spMk id="3" creationId="{5EDEA2CF-0335-DF19-5549-82BAD3638857}"/>
          </ac:spMkLst>
        </pc:spChg>
        <pc:spChg chg="mod ord">
          <ac:chgData name="Kasaee Roodsari, Kaveh" userId="03e5d6b1-f39c-40ed-a196-aebec3ad69f7" providerId="ADAL" clId="{628AA09F-F40C-4F60-B575-D4C533003899}" dt="2026-04-04T17:20:58.143" v="1928" actId="26606"/>
          <ac:spMkLst>
            <pc:docMk/>
            <pc:sldMk cId="1884852485" sldId="836"/>
            <ac:spMk id="9" creationId="{2957AAD9-BCA3-B20D-40A7-27A12B5C57BB}"/>
          </ac:spMkLst>
        </pc:spChg>
        <pc:spChg chg="add">
          <ac:chgData name="Kasaee Roodsari, Kaveh" userId="03e5d6b1-f39c-40ed-a196-aebec3ad69f7" providerId="ADAL" clId="{628AA09F-F40C-4F60-B575-D4C533003899}" dt="2026-04-04T17:20:58.143" v="1928" actId="26606"/>
          <ac:spMkLst>
            <pc:docMk/>
            <pc:sldMk cId="1884852485" sldId="836"/>
            <ac:spMk id="53" creationId="{12609869-9E80-471B-A487-A53288E0E791}"/>
          </ac:spMkLst>
        </pc:spChg>
        <pc:spChg chg="add">
          <ac:chgData name="Kasaee Roodsari, Kaveh" userId="03e5d6b1-f39c-40ed-a196-aebec3ad69f7" providerId="ADAL" clId="{628AA09F-F40C-4F60-B575-D4C533003899}" dt="2026-04-04T17:20:58.143" v="1928" actId="26606"/>
          <ac:spMkLst>
            <pc:docMk/>
            <pc:sldMk cId="1884852485" sldId="836"/>
            <ac:spMk id="54" creationId="{7004738A-9D34-43E8-97D2-CA0EED4F8BE0}"/>
          </ac:spMkLst>
        </pc:spChg>
        <pc:spChg chg="add">
          <ac:chgData name="Kasaee Roodsari, Kaveh" userId="03e5d6b1-f39c-40ed-a196-aebec3ad69f7" providerId="ADAL" clId="{628AA09F-F40C-4F60-B575-D4C533003899}" dt="2026-04-04T17:20:58.143" v="1928" actId="26606"/>
          <ac:spMkLst>
            <pc:docMk/>
            <pc:sldMk cId="1884852485" sldId="836"/>
            <ac:spMk id="56" creationId="{2813A4FA-24A5-41ED-A534-3807D1B2F344}"/>
          </ac:spMkLst>
        </pc:spChg>
        <pc:spChg chg="add">
          <ac:chgData name="Kasaee Roodsari, Kaveh" userId="03e5d6b1-f39c-40ed-a196-aebec3ad69f7" providerId="ADAL" clId="{628AA09F-F40C-4F60-B575-D4C533003899}" dt="2026-04-04T17:20:58.143" v="1928" actId="26606"/>
          <ac:spMkLst>
            <pc:docMk/>
            <pc:sldMk cId="1884852485" sldId="836"/>
            <ac:spMk id="57" creationId="{C3944F27-CA70-4E84-A51A-E6BF89558979}"/>
          </ac:spMkLst>
        </pc:spChg>
        <pc:picChg chg="mod">
          <ac:chgData name="Kasaee Roodsari, Kaveh" userId="03e5d6b1-f39c-40ed-a196-aebec3ad69f7" providerId="ADAL" clId="{628AA09F-F40C-4F60-B575-D4C533003899}" dt="2026-04-04T17:20:58.130" v="1927" actId="26606"/>
          <ac:picMkLst>
            <pc:docMk/>
            <pc:sldMk cId="1884852485" sldId="836"/>
            <ac:picMk id="28" creationId="{4F5E4045-6D47-61E9-3C52-DB006F5D1660}"/>
          </ac:picMkLst>
        </pc:picChg>
      </pc:sldChg>
      <pc:sldChg chg="addSp delSp modSp add mod ord setBg">
        <pc:chgData name="Kasaee Roodsari, Kaveh" userId="03e5d6b1-f39c-40ed-a196-aebec3ad69f7" providerId="ADAL" clId="{628AA09F-F40C-4F60-B575-D4C533003899}" dt="2026-04-04T17:23:42.460" v="1948" actId="478"/>
        <pc:sldMkLst>
          <pc:docMk/>
          <pc:sldMk cId="636302555" sldId="837"/>
        </pc:sldMkLst>
        <pc:spChg chg="mod">
          <ac:chgData name="Kasaee Roodsari, Kaveh" userId="03e5d6b1-f39c-40ed-a196-aebec3ad69f7" providerId="ADAL" clId="{628AA09F-F40C-4F60-B575-D4C533003899}" dt="2026-04-04T17:22:02.795" v="1944" actId="20577"/>
          <ac:spMkLst>
            <pc:docMk/>
            <pc:sldMk cId="636302555" sldId="837"/>
            <ac:spMk id="2" creationId="{3DA6A124-F075-B68B-758D-380C8765959B}"/>
          </ac:spMkLst>
        </pc:spChg>
        <pc:spChg chg="mod ord">
          <ac:chgData name="Kasaee Roodsari, Kaveh" userId="03e5d6b1-f39c-40ed-a196-aebec3ad69f7" providerId="ADAL" clId="{628AA09F-F40C-4F60-B575-D4C533003899}" dt="2026-04-04T17:02:29.529" v="1872" actId="26606"/>
          <ac:spMkLst>
            <pc:docMk/>
            <pc:sldMk cId="636302555" sldId="837"/>
            <ac:spMk id="9" creationId="{122494C0-19EC-A3DC-4B21-6852CDF1B1C5}"/>
          </ac:spMkLst>
        </pc:spChg>
        <pc:spChg chg="add">
          <ac:chgData name="Kasaee Roodsari, Kaveh" userId="03e5d6b1-f39c-40ed-a196-aebec3ad69f7" providerId="ADAL" clId="{628AA09F-F40C-4F60-B575-D4C533003899}" dt="2026-04-04T17:06:23.329" v="1884" actId="26606"/>
          <ac:spMkLst>
            <pc:docMk/>
            <pc:sldMk cId="636302555" sldId="837"/>
            <ac:spMk id="27" creationId="{2151139A-886F-4B97-8815-729AD3831BBD}"/>
          </ac:spMkLst>
        </pc:spChg>
        <pc:spChg chg="add">
          <ac:chgData name="Kasaee Roodsari, Kaveh" userId="03e5d6b1-f39c-40ed-a196-aebec3ad69f7" providerId="ADAL" clId="{628AA09F-F40C-4F60-B575-D4C533003899}" dt="2026-04-04T17:06:23.329" v="1884" actId="26606"/>
          <ac:spMkLst>
            <pc:docMk/>
            <pc:sldMk cId="636302555" sldId="837"/>
            <ac:spMk id="29" creationId="{AB5E08C4-8CDD-4623-A5B8-E998C6DEE3B7}"/>
          </ac:spMkLst>
        </pc:spChg>
        <pc:spChg chg="add">
          <ac:chgData name="Kasaee Roodsari, Kaveh" userId="03e5d6b1-f39c-40ed-a196-aebec3ad69f7" providerId="ADAL" clId="{628AA09F-F40C-4F60-B575-D4C533003899}" dt="2026-04-04T17:06:23.329" v="1884" actId="26606"/>
          <ac:spMkLst>
            <pc:docMk/>
            <pc:sldMk cId="636302555" sldId="837"/>
            <ac:spMk id="31" creationId="{15F33878-D502-4FFA-8ACE-F2AECDB2A23F}"/>
          </ac:spMkLst>
        </pc:spChg>
        <pc:spChg chg="add">
          <ac:chgData name="Kasaee Roodsari, Kaveh" userId="03e5d6b1-f39c-40ed-a196-aebec3ad69f7" providerId="ADAL" clId="{628AA09F-F40C-4F60-B575-D4C533003899}" dt="2026-04-04T17:06:23.329" v="1884" actId="26606"/>
          <ac:spMkLst>
            <pc:docMk/>
            <pc:sldMk cId="636302555" sldId="837"/>
            <ac:spMk id="33" creationId="{D3539FEE-81D3-4406-802E-60B20B16F4F6}"/>
          </ac:spMkLst>
        </pc:spChg>
        <pc:spChg chg="add">
          <ac:chgData name="Kasaee Roodsari, Kaveh" userId="03e5d6b1-f39c-40ed-a196-aebec3ad69f7" providerId="ADAL" clId="{628AA09F-F40C-4F60-B575-D4C533003899}" dt="2026-04-04T17:06:23.329" v="1884" actId="26606"/>
          <ac:spMkLst>
            <pc:docMk/>
            <pc:sldMk cId="636302555" sldId="837"/>
            <ac:spMk id="35" creationId="{DC701763-729E-462F-A5A8-E0DEFEB1E2E4}"/>
          </ac:spMkLst>
        </pc:spChg>
        <pc:picChg chg="add mod ord">
          <ac:chgData name="Kasaee Roodsari, Kaveh" userId="03e5d6b1-f39c-40ed-a196-aebec3ad69f7" providerId="ADAL" clId="{628AA09F-F40C-4F60-B575-D4C533003899}" dt="2026-04-04T17:02:29.529" v="1872" actId="26606"/>
          <ac:picMkLst>
            <pc:docMk/>
            <pc:sldMk cId="636302555" sldId="837"/>
            <ac:picMk id="8" creationId="{F5F4CDD8-1576-06D7-6E74-44CE860EECA3}"/>
          </ac:picMkLst>
        </pc:picChg>
        <pc:picChg chg="add mod">
          <ac:chgData name="Kasaee Roodsari, Kaveh" userId="03e5d6b1-f39c-40ed-a196-aebec3ad69f7" providerId="ADAL" clId="{628AA09F-F40C-4F60-B575-D4C533003899}" dt="2026-04-04T17:06:21.415" v="1883" actId="1076"/>
          <ac:picMkLst>
            <pc:docMk/>
            <pc:sldMk cId="636302555" sldId="837"/>
            <ac:picMk id="11" creationId="{E858111C-C2D1-A29F-F3AA-F0640390D468}"/>
          </ac:picMkLst>
        </pc:picChg>
      </pc:sldChg>
      <pc:sldChg chg="addSp delSp modSp add mod setBg">
        <pc:chgData name="Kasaee Roodsari, Kaveh" userId="03e5d6b1-f39c-40ed-a196-aebec3ad69f7" providerId="ADAL" clId="{628AA09F-F40C-4F60-B575-D4C533003899}" dt="2026-04-04T20:38:25.654" v="2031" actId="108"/>
        <pc:sldMkLst>
          <pc:docMk/>
          <pc:sldMk cId="4199657001" sldId="838"/>
        </pc:sldMkLst>
        <pc:spChg chg="mo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2" creationId="{A18ACFD0-FD58-D191-2745-5A95E3BE4B1E}"/>
          </ac:spMkLst>
        </pc:spChg>
        <pc:spChg chg="mod ord">
          <ac:chgData name="Kasaee Roodsari, Kaveh" userId="03e5d6b1-f39c-40ed-a196-aebec3ad69f7" providerId="ADAL" clId="{628AA09F-F40C-4F60-B575-D4C533003899}" dt="2026-04-04T20:38:25.654" v="2031" actId="108"/>
          <ac:spMkLst>
            <pc:docMk/>
            <pc:sldMk cId="4199657001" sldId="838"/>
            <ac:spMk id="3" creationId="{A8CE89CB-AC38-F8EB-2D36-DEA797956651}"/>
          </ac:spMkLst>
        </pc:spChg>
        <pc:spChg chg="mo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9" creationId="{084DDF3B-DB20-0407-D028-90B4B70B6C3A}"/>
          </ac:spMkLst>
        </pc:spChg>
        <pc:spChg chg="ad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16" creationId="{C4285719-470E-454C-AF62-8323075F1F5B}"/>
          </ac:spMkLst>
        </pc:spChg>
        <pc:spChg chg="ad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18" creationId="{CD9FE4EF-C4D8-49A0-B2FF-81D8DB7D8A24}"/>
          </ac:spMkLst>
        </pc:spChg>
        <pc:spChg chg="ad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20" creationId="{4300840D-0A0B-4512-BACA-B439D5B9C57C}"/>
          </ac:spMkLst>
        </pc:spChg>
        <pc:spChg chg="ad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22" creationId="{D2B78728-A580-49A7-84F9-6EF6F583ADE0}"/>
          </ac:spMkLst>
        </pc:spChg>
        <pc:spChg chg="ad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24" creationId="{38FAA1A1-D861-433F-88FA-1E9D6FD31D11}"/>
          </ac:spMkLst>
        </pc:spChg>
        <pc:spChg chg="add">
          <ac:chgData name="Kasaee Roodsari, Kaveh" userId="03e5d6b1-f39c-40ed-a196-aebec3ad69f7" providerId="ADAL" clId="{628AA09F-F40C-4F60-B575-D4C533003899}" dt="2026-04-04T17:09:10.155" v="1895" actId="26606"/>
          <ac:spMkLst>
            <pc:docMk/>
            <pc:sldMk cId="4199657001" sldId="838"/>
            <ac:spMk id="26" creationId="{8D71EDA1-87BF-4D5D-AB79-F346FD19278A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5B495A-D606-4A20-8D79-145AB3FCDD7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2608D60-79EF-448C-93A0-7240E5854D07}">
      <dgm:prSet/>
      <dgm:spPr/>
      <dgm:t>
        <a:bodyPr/>
        <a:lstStyle/>
        <a:p>
          <a:r>
            <a:rPr lang="en-US"/>
            <a:t>Use Case 1: Sensor Data</a:t>
          </a:r>
        </a:p>
      </dgm:t>
    </dgm:pt>
    <dgm:pt modelId="{7489C95F-5150-4D03-8FE3-5B96BD510662}" type="parTrans" cxnId="{1C2D873E-8F1B-467A-BAFB-ABE04AFAB4BF}">
      <dgm:prSet/>
      <dgm:spPr/>
      <dgm:t>
        <a:bodyPr/>
        <a:lstStyle/>
        <a:p>
          <a:endParaRPr lang="en-US"/>
        </a:p>
      </dgm:t>
    </dgm:pt>
    <dgm:pt modelId="{6323C7AF-D94D-4EB1-B6E1-EFCF409462BD}" type="sibTrans" cxnId="{1C2D873E-8F1B-467A-BAFB-ABE04AFAB4BF}">
      <dgm:prSet/>
      <dgm:spPr/>
      <dgm:t>
        <a:bodyPr/>
        <a:lstStyle/>
        <a:p>
          <a:endParaRPr lang="en-US"/>
        </a:p>
      </dgm:t>
    </dgm:pt>
    <dgm:pt modelId="{7D114E9B-91EC-45F8-AF8F-BB13E6815E7F}">
      <dgm:prSet/>
      <dgm:spPr/>
      <dgm:t>
        <a:bodyPr/>
        <a:lstStyle/>
        <a:p>
          <a:r>
            <a:rPr lang="en-US"/>
            <a:t>Use Case 2: </a:t>
          </a:r>
          <a:r>
            <a:rPr lang="de-AT"/>
            <a:t>Sports Analytics</a:t>
          </a:r>
          <a:endParaRPr lang="en-US"/>
        </a:p>
      </dgm:t>
    </dgm:pt>
    <dgm:pt modelId="{D269459A-1604-496B-9E29-86BA0911AEE2}" type="parTrans" cxnId="{0365108B-7740-45DD-9541-A6DF20A822E6}">
      <dgm:prSet/>
      <dgm:spPr/>
      <dgm:t>
        <a:bodyPr/>
        <a:lstStyle/>
        <a:p>
          <a:endParaRPr lang="en-US"/>
        </a:p>
      </dgm:t>
    </dgm:pt>
    <dgm:pt modelId="{F84B223C-174B-4C27-BFC3-240E58D37658}" type="sibTrans" cxnId="{0365108B-7740-45DD-9541-A6DF20A822E6}">
      <dgm:prSet/>
      <dgm:spPr/>
      <dgm:t>
        <a:bodyPr/>
        <a:lstStyle/>
        <a:p>
          <a:endParaRPr lang="en-US"/>
        </a:p>
      </dgm:t>
    </dgm:pt>
    <dgm:pt modelId="{FC85104A-3A7E-49AE-9B6E-D1C044B31B2D}">
      <dgm:prSet/>
      <dgm:spPr/>
      <dgm:t>
        <a:bodyPr/>
        <a:lstStyle/>
        <a:p>
          <a:r>
            <a:rPr lang="en-US" dirty="0"/>
            <a:t>Roadmap</a:t>
          </a:r>
        </a:p>
      </dgm:t>
    </dgm:pt>
    <dgm:pt modelId="{8F3315E6-964D-445F-9582-8C4C4638AEB8}" type="parTrans" cxnId="{F0304E71-FD85-4444-870F-2AFFCFA48BB6}">
      <dgm:prSet/>
      <dgm:spPr/>
      <dgm:t>
        <a:bodyPr/>
        <a:lstStyle/>
        <a:p>
          <a:endParaRPr lang="en-US"/>
        </a:p>
      </dgm:t>
    </dgm:pt>
    <dgm:pt modelId="{8B15D9E4-B34D-45F9-9C04-996F8BA96D29}" type="sibTrans" cxnId="{F0304E71-FD85-4444-870F-2AFFCFA48BB6}">
      <dgm:prSet/>
      <dgm:spPr/>
      <dgm:t>
        <a:bodyPr/>
        <a:lstStyle/>
        <a:p>
          <a:endParaRPr lang="en-US"/>
        </a:p>
      </dgm:t>
    </dgm:pt>
    <dgm:pt modelId="{76737FBB-0478-4551-81AA-3CEFD347B35B}">
      <dgm:prSet/>
      <dgm:spPr/>
      <dgm:t>
        <a:bodyPr/>
        <a:lstStyle/>
        <a:p>
          <a:r>
            <a:rPr lang="de-DE" dirty="0" err="1"/>
            <a:t>Conclusion</a:t>
          </a:r>
          <a:endParaRPr lang="de-AT" dirty="0"/>
        </a:p>
      </dgm:t>
    </dgm:pt>
    <dgm:pt modelId="{A8E4B04D-D759-407E-9C9E-6B676A7F2583}" type="parTrans" cxnId="{55B17DA7-698D-45D5-8078-CD033D0469AC}">
      <dgm:prSet/>
      <dgm:spPr/>
      <dgm:t>
        <a:bodyPr/>
        <a:lstStyle/>
        <a:p>
          <a:endParaRPr lang="de-AT"/>
        </a:p>
      </dgm:t>
    </dgm:pt>
    <dgm:pt modelId="{F6CAD716-D565-46B5-A8FF-EE8F958FE357}" type="sibTrans" cxnId="{55B17DA7-698D-45D5-8078-CD033D0469AC}">
      <dgm:prSet/>
      <dgm:spPr/>
      <dgm:t>
        <a:bodyPr/>
        <a:lstStyle/>
        <a:p>
          <a:endParaRPr lang="de-AT"/>
        </a:p>
      </dgm:t>
    </dgm:pt>
    <dgm:pt modelId="{DF39CACE-5633-40DE-A755-32FBD88C1F51}" type="pres">
      <dgm:prSet presAssocID="{185B495A-D606-4A20-8D79-145AB3FCDD7E}" presName="linear" presStyleCnt="0">
        <dgm:presLayoutVars>
          <dgm:animLvl val="lvl"/>
          <dgm:resizeHandles val="exact"/>
        </dgm:presLayoutVars>
      </dgm:prSet>
      <dgm:spPr/>
    </dgm:pt>
    <dgm:pt modelId="{F820F63B-7143-43C8-BFAA-38C97CC02FD1}" type="pres">
      <dgm:prSet presAssocID="{82608D60-79EF-448C-93A0-7240E5854D0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37366F5-9C9C-4F97-ACE2-515A1E36A4A0}" type="pres">
      <dgm:prSet presAssocID="{6323C7AF-D94D-4EB1-B6E1-EFCF409462BD}" presName="spacer" presStyleCnt="0"/>
      <dgm:spPr/>
    </dgm:pt>
    <dgm:pt modelId="{B88B9428-AF0A-46EE-8DB9-0B13B43C48F0}" type="pres">
      <dgm:prSet presAssocID="{7D114E9B-91EC-45F8-AF8F-BB13E6815E7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539987-D46C-44E5-A2F0-9EA0EA8B2A17}" type="pres">
      <dgm:prSet presAssocID="{F84B223C-174B-4C27-BFC3-240E58D37658}" presName="spacer" presStyleCnt="0"/>
      <dgm:spPr/>
    </dgm:pt>
    <dgm:pt modelId="{3817FEA6-A44E-40DC-B422-443725C8109D}" type="pres">
      <dgm:prSet presAssocID="{FC85104A-3A7E-49AE-9B6E-D1C044B31B2D}" presName="parentText" presStyleLbl="node1" presStyleIdx="2" presStyleCnt="4" custLinFactNeighborX="0">
        <dgm:presLayoutVars>
          <dgm:chMax val="0"/>
          <dgm:bulletEnabled val="1"/>
        </dgm:presLayoutVars>
      </dgm:prSet>
      <dgm:spPr/>
    </dgm:pt>
    <dgm:pt modelId="{58054853-DFD9-4580-A8E8-8DD869BB5F84}" type="pres">
      <dgm:prSet presAssocID="{8B15D9E4-B34D-45F9-9C04-996F8BA96D29}" presName="spacer" presStyleCnt="0"/>
      <dgm:spPr/>
    </dgm:pt>
    <dgm:pt modelId="{F2C4C724-176B-41F1-9AF7-40AD1CE6698A}" type="pres">
      <dgm:prSet presAssocID="{76737FBB-0478-4551-81AA-3CEFD347B35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CC5B025-CDA5-4DCE-B6AF-37D5E6639DD7}" type="presOf" srcId="{7D114E9B-91EC-45F8-AF8F-BB13E6815E7F}" destId="{B88B9428-AF0A-46EE-8DB9-0B13B43C48F0}" srcOrd="0" destOrd="0" presId="urn:microsoft.com/office/officeart/2005/8/layout/vList2"/>
    <dgm:cxn modelId="{AD4CA031-D5C3-41B4-92CF-E9791CC44428}" type="presOf" srcId="{82608D60-79EF-448C-93A0-7240E5854D07}" destId="{F820F63B-7143-43C8-BFAA-38C97CC02FD1}" srcOrd="0" destOrd="0" presId="urn:microsoft.com/office/officeart/2005/8/layout/vList2"/>
    <dgm:cxn modelId="{1C2D873E-8F1B-467A-BAFB-ABE04AFAB4BF}" srcId="{185B495A-D606-4A20-8D79-145AB3FCDD7E}" destId="{82608D60-79EF-448C-93A0-7240E5854D07}" srcOrd="0" destOrd="0" parTransId="{7489C95F-5150-4D03-8FE3-5B96BD510662}" sibTransId="{6323C7AF-D94D-4EB1-B6E1-EFCF409462BD}"/>
    <dgm:cxn modelId="{F0304E71-FD85-4444-870F-2AFFCFA48BB6}" srcId="{185B495A-D606-4A20-8D79-145AB3FCDD7E}" destId="{FC85104A-3A7E-49AE-9B6E-D1C044B31B2D}" srcOrd="2" destOrd="0" parTransId="{8F3315E6-964D-445F-9582-8C4C4638AEB8}" sibTransId="{8B15D9E4-B34D-45F9-9C04-996F8BA96D29}"/>
    <dgm:cxn modelId="{E758D685-6877-4702-981B-92DDEE87863E}" type="presOf" srcId="{76737FBB-0478-4551-81AA-3CEFD347B35B}" destId="{F2C4C724-176B-41F1-9AF7-40AD1CE6698A}" srcOrd="0" destOrd="0" presId="urn:microsoft.com/office/officeart/2005/8/layout/vList2"/>
    <dgm:cxn modelId="{0365108B-7740-45DD-9541-A6DF20A822E6}" srcId="{185B495A-D606-4A20-8D79-145AB3FCDD7E}" destId="{7D114E9B-91EC-45F8-AF8F-BB13E6815E7F}" srcOrd="1" destOrd="0" parTransId="{D269459A-1604-496B-9E29-86BA0911AEE2}" sibTransId="{F84B223C-174B-4C27-BFC3-240E58D37658}"/>
    <dgm:cxn modelId="{55B17DA7-698D-45D5-8078-CD033D0469AC}" srcId="{185B495A-D606-4A20-8D79-145AB3FCDD7E}" destId="{76737FBB-0478-4551-81AA-3CEFD347B35B}" srcOrd="3" destOrd="0" parTransId="{A8E4B04D-D759-407E-9C9E-6B676A7F2583}" sibTransId="{F6CAD716-D565-46B5-A8FF-EE8F958FE357}"/>
    <dgm:cxn modelId="{4DC336C3-2C85-4290-82BA-9C9ECA210F90}" type="presOf" srcId="{FC85104A-3A7E-49AE-9B6E-D1C044B31B2D}" destId="{3817FEA6-A44E-40DC-B422-443725C8109D}" srcOrd="0" destOrd="0" presId="urn:microsoft.com/office/officeart/2005/8/layout/vList2"/>
    <dgm:cxn modelId="{DB602EC5-4EAC-4795-BEA2-0B3E4FC8A41F}" type="presOf" srcId="{185B495A-D606-4A20-8D79-145AB3FCDD7E}" destId="{DF39CACE-5633-40DE-A755-32FBD88C1F51}" srcOrd="0" destOrd="0" presId="urn:microsoft.com/office/officeart/2005/8/layout/vList2"/>
    <dgm:cxn modelId="{CC118C99-E6AA-4D4F-A50F-0A23629CA028}" type="presParOf" srcId="{DF39CACE-5633-40DE-A755-32FBD88C1F51}" destId="{F820F63B-7143-43C8-BFAA-38C97CC02FD1}" srcOrd="0" destOrd="0" presId="urn:microsoft.com/office/officeart/2005/8/layout/vList2"/>
    <dgm:cxn modelId="{F1A8BD19-CD2F-463B-A7C6-E17D2057A64B}" type="presParOf" srcId="{DF39CACE-5633-40DE-A755-32FBD88C1F51}" destId="{537366F5-9C9C-4F97-ACE2-515A1E36A4A0}" srcOrd="1" destOrd="0" presId="urn:microsoft.com/office/officeart/2005/8/layout/vList2"/>
    <dgm:cxn modelId="{70AA1F4C-2B5F-48B4-80BA-2DD6189C04A8}" type="presParOf" srcId="{DF39CACE-5633-40DE-A755-32FBD88C1F51}" destId="{B88B9428-AF0A-46EE-8DB9-0B13B43C48F0}" srcOrd="2" destOrd="0" presId="urn:microsoft.com/office/officeart/2005/8/layout/vList2"/>
    <dgm:cxn modelId="{172C6F1B-E3F9-4B3A-86B8-29CD2BEC5720}" type="presParOf" srcId="{DF39CACE-5633-40DE-A755-32FBD88C1F51}" destId="{9B539987-D46C-44E5-A2F0-9EA0EA8B2A17}" srcOrd="3" destOrd="0" presId="urn:microsoft.com/office/officeart/2005/8/layout/vList2"/>
    <dgm:cxn modelId="{7CE664E7-6B6C-4DE4-98B7-1D96D7F67495}" type="presParOf" srcId="{DF39CACE-5633-40DE-A755-32FBD88C1F51}" destId="{3817FEA6-A44E-40DC-B422-443725C8109D}" srcOrd="4" destOrd="0" presId="urn:microsoft.com/office/officeart/2005/8/layout/vList2"/>
    <dgm:cxn modelId="{E7491780-C540-4454-B9AD-4537B32E0D16}" type="presParOf" srcId="{DF39CACE-5633-40DE-A755-32FBD88C1F51}" destId="{58054853-DFD9-4580-A8E8-8DD869BB5F84}" srcOrd="5" destOrd="0" presId="urn:microsoft.com/office/officeart/2005/8/layout/vList2"/>
    <dgm:cxn modelId="{2D639ECA-D14F-4AB7-83A0-C03DAAE958AA}" type="presParOf" srcId="{DF39CACE-5633-40DE-A755-32FBD88C1F51}" destId="{F2C4C724-176B-41F1-9AF7-40AD1CE6698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4A8981-EC24-47A6-9F3A-3C29B929976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57D401-E70A-43F0-8F23-C105CC949881}">
      <dgm:prSet/>
      <dgm:spPr/>
      <dgm:t>
        <a:bodyPr/>
        <a:lstStyle/>
        <a:p>
          <a:r>
            <a:rPr lang="en-US" b="1"/>
            <a:t>1. Reduced manual effort</a:t>
          </a:r>
          <a:endParaRPr lang="en-US"/>
        </a:p>
      </dgm:t>
    </dgm:pt>
    <dgm:pt modelId="{25DD4A37-63F8-466B-89AA-BAE81AB08446}" type="parTrans" cxnId="{888CCD9D-2788-46F7-B8F5-4B36CF63146C}">
      <dgm:prSet/>
      <dgm:spPr/>
      <dgm:t>
        <a:bodyPr/>
        <a:lstStyle/>
        <a:p>
          <a:endParaRPr lang="en-US"/>
        </a:p>
      </dgm:t>
    </dgm:pt>
    <dgm:pt modelId="{F0D3B4C7-94C5-440C-84BD-33C4AFED3F07}" type="sibTrans" cxnId="{888CCD9D-2788-46F7-B8F5-4B36CF63146C}">
      <dgm:prSet/>
      <dgm:spPr/>
      <dgm:t>
        <a:bodyPr/>
        <a:lstStyle/>
        <a:p>
          <a:endParaRPr lang="en-US"/>
        </a:p>
      </dgm:t>
    </dgm:pt>
    <dgm:pt modelId="{AFF84923-31A4-49E9-B4B6-2A718633D261}">
      <dgm:prSet/>
      <dgm:spPr/>
      <dgm:t>
        <a:bodyPr/>
        <a:lstStyle/>
        <a:p>
          <a:r>
            <a:rPr lang="en-US" dirty="0"/>
            <a:t>Automatically label </a:t>
          </a:r>
          <a:r>
            <a:rPr lang="en-US" b="1" dirty="0"/>
            <a:t>~54% of breakdowns</a:t>
          </a:r>
          <a:r>
            <a:rPr lang="en-US" dirty="0"/>
            <a:t> </a:t>
          </a:r>
        </a:p>
      </dgm:t>
    </dgm:pt>
    <dgm:pt modelId="{D43F66FF-BC5A-473C-BDFF-1AF8A738A116}" type="parTrans" cxnId="{05C62EF5-614E-42E6-A552-A52C3FFF8199}">
      <dgm:prSet/>
      <dgm:spPr/>
      <dgm:t>
        <a:bodyPr/>
        <a:lstStyle/>
        <a:p>
          <a:endParaRPr lang="en-US"/>
        </a:p>
      </dgm:t>
    </dgm:pt>
    <dgm:pt modelId="{7FDB5E71-EC11-4F8C-A9E9-6D54FE2477C2}" type="sibTrans" cxnId="{05C62EF5-614E-42E6-A552-A52C3FFF8199}">
      <dgm:prSet/>
      <dgm:spPr/>
      <dgm:t>
        <a:bodyPr/>
        <a:lstStyle/>
        <a:p>
          <a:endParaRPr lang="en-US"/>
        </a:p>
      </dgm:t>
    </dgm:pt>
    <dgm:pt modelId="{80B7E374-F58A-4A2D-8F2E-B91F7FCBAD8B}">
      <dgm:prSet/>
      <dgm:spPr/>
      <dgm:t>
        <a:bodyPr/>
        <a:lstStyle/>
        <a:p>
          <a:r>
            <a:rPr lang="en-US"/>
            <a:t>Significantly reduces expert workload </a:t>
          </a:r>
        </a:p>
      </dgm:t>
    </dgm:pt>
    <dgm:pt modelId="{F6F09D70-12B9-42C2-AF10-062B55065F1F}" type="parTrans" cxnId="{50075FA1-A2DA-4446-9FB3-2B54B6F2C578}">
      <dgm:prSet/>
      <dgm:spPr/>
      <dgm:t>
        <a:bodyPr/>
        <a:lstStyle/>
        <a:p>
          <a:endParaRPr lang="en-US"/>
        </a:p>
      </dgm:t>
    </dgm:pt>
    <dgm:pt modelId="{6606C83A-98F3-446F-8984-53C2E6FDD6C2}" type="sibTrans" cxnId="{50075FA1-A2DA-4446-9FB3-2B54B6F2C578}">
      <dgm:prSet/>
      <dgm:spPr/>
      <dgm:t>
        <a:bodyPr/>
        <a:lstStyle/>
        <a:p>
          <a:endParaRPr lang="en-US"/>
        </a:p>
      </dgm:t>
    </dgm:pt>
    <dgm:pt modelId="{731111BD-4F60-4065-97D9-B39C988A8F53}">
      <dgm:prSet/>
      <dgm:spPr/>
      <dgm:t>
        <a:bodyPr/>
        <a:lstStyle/>
        <a:p>
          <a:r>
            <a:rPr lang="en-US" b="1"/>
            <a:t>2. Faster root cause analysis</a:t>
          </a:r>
          <a:endParaRPr lang="en-US"/>
        </a:p>
      </dgm:t>
    </dgm:pt>
    <dgm:pt modelId="{08F23838-E2F0-4FF9-8F44-B2754557FA9A}" type="parTrans" cxnId="{C3AB8A41-CAD5-4273-AF62-94197CB2DD28}">
      <dgm:prSet/>
      <dgm:spPr/>
      <dgm:t>
        <a:bodyPr/>
        <a:lstStyle/>
        <a:p>
          <a:endParaRPr lang="en-US"/>
        </a:p>
      </dgm:t>
    </dgm:pt>
    <dgm:pt modelId="{02E99C4E-B347-468D-8106-1BE385070D85}" type="sibTrans" cxnId="{C3AB8A41-CAD5-4273-AF62-94197CB2DD28}">
      <dgm:prSet/>
      <dgm:spPr/>
      <dgm:t>
        <a:bodyPr/>
        <a:lstStyle/>
        <a:p>
          <a:endParaRPr lang="en-US"/>
        </a:p>
      </dgm:t>
    </dgm:pt>
    <dgm:pt modelId="{443D24DA-1A94-447E-921A-8FDFB3413E83}">
      <dgm:prSet/>
      <dgm:spPr/>
      <dgm:t>
        <a:bodyPr/>
        <a:lstStyle/>
        <a:p>
          <a:r>
            <a:rPr lang="en-US"/>
            <a:t>Immediate insights into likely failure types </a:t>
          </a:r>
        </a:p>
      </dgm:t>
    </dgm:pt>
    <dgm:pt modelId="{697D5198-F4E2-45C4-A737-15FA8655A033}" type="parTrans" cxnId="{F697CCB5-9079-485D-8851-7D626933CE02}">
      <dgm:prSet/>
      <dgm:spPr/>
      <dgm:t>
        <a:bodyPr/>
        <a:lstStyle/>
        <a:p>
          <a:endParaRPr lang="en-US"/>
        </a:p>
      </dgm:t>
    </dgm:pt>
    <dgm:pt modelId="{4C05C104-D19A-4ECE-A8C9-EC69B9E579B0}" type="sibTrans" cxnId="{F697CCB5-9079-485D-8851-7D626933CE02}">
      <dgm:prSet/>
      <dgm:spPr/>
      <dgm:t>
        <a:bodyPr/>
        <a:lstStyle/>
        <a:p>
          <a:endParaRPr lang="en-US"/>
        </a:p>
      </dgm:t>
    </dgm:pt>
    <dgm:pt modelId="{613B1279-EED5-4010-BF45-2942B68B19B1}">
      <dgm:prSet/>
      <dgm:spPr/>
      <dgm:t>
        <a:bodyPr/>
        <a:lstStyle/>
        <a:p>
          <a:r>
            <a:rPr lang="en-US"/>
            <a:t>Enables quicker troubleshooting and response</a:t>
          </a:r>
        </a:p>
      </dgm:t>
    </dgm:pt>
    <dgm:pt modelId="{9B562754-26B0-44DC-9D1B-3DF808353192}" type="parTrans" cxnId="{D52C1B78-02AC-4115-8B99-F0BB8C6138E1}">
      <dgm:prSet/>
      <dgm:spPr/>
      <dgm:t>
        <a:bodyPr/>
        <a:lstStyle/>
        <a:p>
          <a:endParaRPr lang="en-US"/>
        </a:p>
      </dgm:t>
    </dgm:pt>
    <dgm:pt modelId="{C540DF0F-7E69-4E2E-9259-85E1E58E64F1}" type="sibTrans" cxnId="{D52C1B78-02AC-4115-8B99-F0BB8C6138E1}">
      <dgm:prSet/>
      <dgm:spPr/>
      <dgm:t>
        <a:bodyPr/>
        <a:lstStyle/>
        <a:p>
          <a:endParaRPr lang="en-US"/>
        </a:p>
      </dgm:t>
    </dgm:pt>
    <dgm:pt modelId="{B90887FE-8953-4502-9E74-B6DB67B1249C}">
      <dgm:prSet/>
      <dgm:spPr/>
      <dgm:t>
        <a:bodyPr/>
        <a:lstStyle/>
        <a:p>
          <a:r>
            <a:rPr lang="en-US" b="1"/>
            <a:t>3. Better understanding of machine behavior</a:t>
          </a:r>
          <a:endParaRPr lang="en-US"/>
        </a:p>
      </dgm:t>
    </dgm:pt>
    <dgm:pt modelId="{B274E1EA-8360-4F10-ABEC-D19B25C6C32C}" type="parTrans" cxnId="{AD8B49FC-0E47-4BF6-A85F-80B7A59D14D7}">
      <dgm:prSet/>
      <dgm:spPr/>
      <dgm:t>
        <a:bodyPr/>
        <a:lstStyle/>
        <a:p>
          <a:endParaRPr lang="en-US"/>
        </a:p>
      </dgm:t>
    </dgm:pt>
    <dgm:pt modelId="{4A1C5EE5-118B-4595-928E-936C2A4C856A}" type="sibTrans" cxnId="{AD8B49FC-0E47-4BF6-A85F-80B7A59D14D7}">
      <dgm:prSet/>
      <dgm:spPr/>
      <dgm:t>
        <a:bodyPr/>
        <a:lstStyle/>
        <a:p>
          <a:endParaRPr lang="en-US"/>
        </a:p>
      </dgm:t>
    </dgm:pt>
    <dgm:pt modelId="{D7BEB732-C48D-44A3-B4F8-99578419797C}">
      <dgm:prSet/>
      <dgm:spPr/>
      <dgm:t>
        <a:bodyPr/>
        <a:lstStyle/>
        <a:p>
          <a:r>
            <a:rPr lang="en-US"/>
            <a:t>Identifies </a:t>
          </a:r>
          <a:r>
            <a:rPr lang="en-US" b="1"/>
            <a:t>subtypes within failure types</a:t>
          </a:r>
          <a:r>
            <a:rPr lang="en-US"/>
            <a:t> </a:t>
          </a:r>
        </a:p>
      </dgm:t>
    </dgm:pt>
    <dgm:pt modelId="{813E4B27-AE0A-4209-8FA8-F6F97404F770}" type="parTrans" cxnId="{7027D96D-368B-4138-8BAB-F405D2C727B6}">
      <dgm:prSet/>
      <dgm:spPr/>
      <dgm:t>
        <a:bodyPr/>
        <a:lstStyle/>
        <a:p>
          <a:endParaRPr lang="en-US"/>
        </a:p>
      </dgm:t>
    </dgm:pt>
    <dgm:pt modelId="{B2CDE548-9A70-422A-A303-73EC53CC3A3F}" type="sibTrans" cxnId="{7027D96D-368B-4138-8BAB-F405D2C727B6}">
      <dgm:prSet/>
      <dgm:spPr/>
      <dgm:t>
        <a:bodyPr/>
        <a:lstStyle/>
        <a:p>
          <a:endParaRPr lang="en-US"/>
        </a:p>
      </dgm:t>
    </dgm:pt>
    <dgm:pt modelId="{CA5544ED-2DD5-4D1A-BA07-71CE3A61AA3E}">
      <dgm:prSet/>
      <dgm:spPr/>
      <dgm:t>
        <a:bodyPr/>
        <a:lstStyle/>
        <a:p>
          <a:r>
            <a:rPr lang="en-US"/>
            <a:t>Reveals </a:t>
          </a:r>
          <a:r>
            <a:rPr lang="en-US" b="1"/>
            <a:t>overlapping and ambiguous cases</a:t>
          </a:r>
          <a:endParaRPr lang="en-US"/>
        </a:p>
      </dgm:t>
    </dgm:pt>
    <dgm:pt modelId="{49C62E06-1AAD-4B10-ABCB-6E08D2289579}" type="parTrans" cxnId="{14C4700E-3292-47C5-B327-CAAC457E9BC6}">
      <dgm:prSet/>
      <dgm:spPr/>
      <dgm:t>
        <a:bodyPr/>
        <a:lstStyle/>
        <a:p>
          <a:endParaRPr lang="en-US"/>
        </a:p>
      </dgm:t>
    </dgm:pt>
    <dgm:pt modelId="{5D71771B-6BD3-4D28-A357-EBA77A9C2825}" type="sibTrans" cxnId="{14C4700E-3292-47C5-B327-CAAC457E9BC6}">
      <dgm:prSet/>
      <dgm:spPr/>
      <dgm:t>
        <a:bodyPr/>
        <a:lstStyle/>
        <a:p>
          <a:endParaRPr lang="en-US"/>
        </a:p>
      </dgm:t>
    </dgm:pt>
    <dgm:pt modelId="{F34C1AB3-4DD3-49DA-B369-436F6B43E4E7}">
      <dgm:prSet/>
      <dgm:spPr/>
      <dgm:t>
        <a:bodyPr/>
        <a:lstStyle/>
        <a:p>
          <a:r>
            <a:rPr lang="en-US" b="1"/>
            <a:t>4. Continuous improvement</a:t>
          </a:r>
          <a:endParaRPr lang="en-US"/>
        </a:p>
      </dgm:t>
    </dgm:pt>
    <dgm:pt modelId="{B3C270AB-0CF9-4821-B260-7E59E8F67599}" type="parTrans" cxnId="{DADCE34B-0158-481A-9818-AC61947C3703}">
      <dgm:prSet/>
      <dgm:spPr/>
      <dgm:t>
        <a:bodyPr/>
        <a:lstStyle/>
        <a:p>
          <a:endParaRPr lang="en-US"/>
        </a:p>
      </dgm:t>
    </dgm:pt>
    <dgm:pt modelId="{3E7B3BA4-36F2-416A-97A1-30B6530CF857}" type="sibTrans" cxnId="{DADCE34B-0158-481A-9818-AC61947C3703}">
      <dgm:prSet/>
      <dgm:spPr/>
      <dgm:t>
        <a:bodyPr/>
        <a:lstStyle/>
        <a:p>
          <a:endParaRPr lang="en-US"/>
        </a:p>
      </dgm:t>
    </dgm:pt>
    <dgm:pt modelId="{EA7318ED-5BFA-4DF6-BA5B-27D37F1DA284}">
      <dgm:prSet/>
      <dgm:spPr/>
      <dgm:t>
        <a:bodyPr/>
        <a:lstStyle/>
        <a:p>
          <a:r>
            <a:rPr lang="en-US"/>
            <a:t>Uncertain cases can be reviewed by experts </a:t>
          </a:r>
        </a:p>
      </dgm:t>
    </dgm:pt>
    <dgm:pt modelId="{72D8EFE3-8027-4768-BAB7-8607FC17937E}" type="parTrans" cxnId="{01E00190-D0FD-4EB7-8EEB-8AE6304BC081}">
      <dgm:prSet/>
      <dgm:spPr/>
      <dgm:t>
        <a:bodyPr/>
        <a:lstStyle/>
        <a:p>
          <a:endParaRPr lang="en-US"/>
        </a:p>
      </dgm:t>
    </dgm:pt>
    <dgm:pt modelId="{954E6001-5A15-4501-B70C-18D156FDCB02}" type="sibTrans" cxnId="{01E00190-D0FD-4EB7-8EEB-8AE6304BC081}">
      <dgm:prSet/>
      <dgm:spPr/>
      <dgm:t>
        <a:bodyPr/>
        <a:lstStyle/>
        <a:p>
          <a:endParaRPr lang="en-US"/>
        </a:p>
      </dgm:t>
    </dgm:pt>
    <dgm:pt modelId="{CB1867C9-77C6-47A7-B36B-857BD314E25E}">
      <dgm:prSet/>
      <dgm:spPr/>
      <dgm:t>
        <a:bodyPr/>
        <a:lstStyle/>
        <a:p>
          <a:r>
            <a:rPr lang="en-US"/>
            <a:t>New labels improve the model over time</a:t>
          </a:r>
        </a:p>
      </dgm:t>
    </dgm:pt>
    <dgm:pt modelId="{008632D4-5E34-41FC-BAD6-BC06B4CB45F4}" type="parTrans" cxnId="{611D2E59-1991-4B44-8BEB-7215C865FD9D}">
      <dgm:prSet/>
      <dgm:spPr/>
      <dgm:t>
        <a:bodyPr/>
        <a:lstStyle/>
        <a:p>
          <a:endParaRPr lang="en-US"/>
        </a:p>
      </dgm:t>
    </dgm:pt>
    <dgm:pt modelId="{A026518F-37AA-479A-9EAE-E8AA5DF6CB1A}" type="sibTrans" cxnId="{611D2E59-1991-4B44-8BEB-7215C865FD9D}">
      <dgm:prSet/>
      <dgm:spPr/>
      <dgm:t>
        <a:bodyPr/>
        <a:lstStyle/>
        <a:p>
          <a:endParaRPr lang="en-US"/>
        </a:p>
      </dgm:t>
    </dgm:pt>
    <dgm:pt modelId="{EEDFAAFC-24C6-4928-9DC8-EB35C8C9ED44}">
      <dgm:prSet/>
      <dgm:spPr/>
      <dgm:t>
        <a:bodyPr/>
        <a:lstStyle/>
        <a:p>
          <a:r>
            <a:rPr lang="en-US" b="1"/>
            <a:t>5. Scalable solution</a:t>
          </a:r>
          <a:endParaRPr lang="en-US"/>
        </a:p>
      </dgm:t>
    </dgm:pt>
    <dgm:pt modelId="{98CEA372-C9E8-4696-9E75-0D94AC320181}" type="parTrans" cxnId="{7A1EF23A-39B3-4D5E-A3FD-B7B9149D1304}">
      <dgm:prSet/>
      <dgm:spPr/>
      <dgm:t>
        <a:bodyPr/>
        <a:lstStyle/>
        <a:p>
          <a:endParaRPr lang="en-US"/>
        </a:p>
      </dgm:t>
    </dgm:pt>
    <dgm:pt modelId="{FD9479B0-EBCB-40B3-AF61-6CC77F4B5AAD}" type="sibTrans" cxnId="{7A1EF23A-39B3-4D5E-A3FD-B7B9149D1304}">
      <dgm:prSet/>
      <dgm:spPr/>
      <dgm:t>
        <a:bodyPr/>
        <a:lstStyle/>
        <a:p>
          <a:endParaRPr lang="en-US"/>
        </a:p>
      </dgm:t>
    </dgm:pt>
    <dgm:pt modelId="{B120C390-8279-4759-A601-FB4ABC17C3C9}">
      <dgm:prSet/>
      <dgm:spPr/>
      <dgm:t>
        <a:bodyPr/>
        <a:lstStyle/>
        <a:p>
          <a:r>
            <a:rPr lang="en-US" dirty="0"/>
            <a:t>Can be applied across multiple machines or sites </a:t>
          </a:r>
        </a:p>
      </dgm:t>
    </dgm:pt>
    <dgm:pt modelId="{F5324701-2620-47F3-96E4-35C394FAA758}" type="parTrans" cxnId="{B7D87292-AC5E-4480-8447-F5A6AFBBEA8B}">
      <dgm:prSet/>
      <dgm:spPr/>
      <dgm:t>
        <a:bodyPr/>
        <a:lstStyle/>
        <a:p>
          <a:endParaRPr lang="en-US"/>
        </a:p>
      </dgm:t>
    </dgm:pt>
    <dgm:pt modelId="{0516FE53-1913-45C6-BF78-F3D456290AA0}" type="sibTrans" cxnId="{B7D87292-AC5E-4480-8447-F5A6AFBBEA8B}">
      <dgm:prSet/>
      <dgm:spPr/>
      <dgm:t>
        <a:bodyPr/>
        <a:lstStyle/>
        <a:p>
          <a:endParaRPr lang="en-US"/>
        </a:p>
      </dgm:t>
    </dgm:pt>
    <dgm:pt modelId="{37054260-14FD-4392-89FA-8A44DD6AEE24}">
      <dgm:prSet/>
      <dgm:spPr/>
      <dgm:t>
        <a:bodyPr/>
        <a:lstStyle/>
        <a:p>
          <a:r>
            <a:rPr lang="en-US" dirty="0"/>
            <a:t>Enables standardized and data-driven diagnostics</a:t>
          </a:r>
        </a:p>
      </dgm:t>
    </dgm:pt>
    <dgm:pt modelId="{E2AED400-5D77-4C2E-99F3-E200A0A9E17F}" type="parTrans" cxnId="{B004C1DB-089C-4661-86B4-5C970773444D}">
      <dgm:prSet/>
      <dgm:spPr/>
      <dgm:t>
        <a:bodyPr/>
        <a:lstStyle/>
        <a:p>
          <a:endParaRPr lang="en-US"/>
        </a:p>
      </dgm:t>
    </dgm:pt>
    <dgm:pt modelId="{BE21685D-595C-40F6-A44F-F11FAC18F1E4}" type="sibTrans" cxnId="{B004C1DB-089C-4661-86B4-5C970773444D}">
      <dgm:prSet/>
      <dgm:spPr/>
      <dgm:t>
        <a:bodyPr/>
        <a:lstStyle/>
        <a:p>
          <a:endParaRPr lang="en-US"/>
        </a:p>
      </dgm:t>
    </dgm:pt>
    <dgm:pt modelId="{F4F4D9FF-5C88-480F-A9E4-DDA7A385E148}" type="pres">
      <dgm:prSet presAssocID="{044A8981-EC24-47A6-9F3A-3C29B9299769}" presName="Name0" presStyleCnt="0">
        <dgm:presLayoutVars>
          <dgm:dir/>
          <dgm:animLvl val="lvl"/>
          <dgm:resizeHandles val="exact"/>
        </dgm:presLayoutVars>
      </dgm:prSet>
      <dgm:spPr/>
    </dgm:pt>
    <dgm:pt modelId="{472F55DB-347D-4070-B3EA-7C3144BF0F3B}" type="pres">
      <dgm:prSet presAssocID="{3F57D401-E70A-43F0-8F23-C105CC949881}" presName="linNode" presStyleCnt="0"/>
      <dgm:spPr/>
    </dgm:pt>
    <dgm:pt modelId="{D32D4718-55EB-4F3F-890A-8221E4004B2A}" type="pres">
      <dgm:prSet presAssocID="{3F57D401-E70A-43F0-8F23-C105CC949881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403D7D09-89D0-4A09-A07E-241089B4FAD6}" type="pres">
      <dgm:prSet presAssocID="{3F57D401-E70A-43F0-8F23-C105CC949881}" presName="descendantText" presStyleLbl="alignAccFollowNode1" presStyleIdx="0" presStyleCnt="5">
        <dgm:presLayoutVars>
          <dgm:bulletEnabled val="1"/>
        </dgm:presLayoutVars>
      </dgm:prSet>
      <dgm:spPr/>
    </dgm:pt>
    <dgm:pt modelId="{2D4E4753-21F5-4A9E-89FF-A2577BCF4D42}" type="pres">
      <dgm:prSet presAssocID="{F0D3B4C7-94C5-440C-84BD-33C4AFED3F07}" presName="sp" presStyleCnt="0"/>
      <dgm:spPr/>
    </dgm:pt>
    <dgm:pt modelId="{1918B5CB-E89F-432E-A8F4-08E5C8F4CA00}" type="pres">
      <dgm:prSet presAssocID="{731111BD-4F60-4065-97D9-B39C988A8F53}" presName="linNode" presStyleCnt="0"/>
      <dgm:spPr/>
    </dgm:pt>
    <dgm:pt modelId="{3E17ADC1-D9FE-4D80-A136-B43B683E2B9C}" type="pres">
      <dgm:prSet presAssocID="{731111BD-4F60-4065-97D9-B39C988A8F5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ABE6F679-B4D8-4BFF-9B60-B471962AD622}" type="pres">
      <dgm:prSet presAssocID="{731111BD-4F60-4065-97D9-B39C988A8F53}" presName="descendantText" presStyleLbl="alignAccFollowNode1" presStyleIdx="1" presStyleCnt="5">
        <dgm:presLayoutVars>
          <dgm:bulletEnabled val="1"/>
        </dgm:presLayoutVars>
      </dgm:prSet>
      <dgm:spPr/>
    </dgm:pt>
    <dgm:pt modelId="{6BA96E07-0D05-4DA3-8D8B-C780CC35FE53}" type="pres">
      <dgm:prSet presAssocID="{02E99C4E-B347-468D-8106-1BE385070D85}" presName="sp" presStyleCnt="0"/>
      <dgm:spPr/>
    </dgm:pt>
    <dgm:pt modelId="{EE829A33-119D-4EC2-B2BA-24EB4DC67AC2}" type="pres">
      <dgm:prSet presAssocID="{B90887FE-8953-4502-9E74-B6DB67B1249C}" presName="linNode" presStyleCnt="0"/>
      <dgm:spPr/>
    </dgm:pt>
    <dgm:pt modelId="{57EFAFB6-87DE-450B-A971-C0E32E70E410}" type="pres">
      <dgm:prSet presAssocID="{B90887FE-8953-4502-9E74-B6DB67B1249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9B022201-8811-491B-A0E6-4DA0FAE08654}" type="pres">
      <dgm:prSet presAssocID="{B90887FE-8953-4502-9E74-B6DB67B1249C}" presName="descendantText" presStyleLbl="alignAccFollowNode1" presStyleIdx="2" presStyleCnt="5">
        <dgm:presLayoutVars>
          <dgm:bulletEnabled val="1"/>
        </dgm:presLayoutVars>
      </dgm:prSet>
      <dgm:spPr/>
    </dgm:pt>
    <dgm:pt modelId="{21FFC2AD-1CFC-4936-AFDF-2A6A7A71A88D}" type="pres">
      <dgm:prSet presAssocID="{4A1C5EE5-118B-4595-928E-936C2A4C856A}" presName="sp" presStyleCnt="0"/>
      <dgm:spPr/>
    </dgm:pt>
    <dgm:pt modelId="{1AD14230-9ACC-4FFD-B9E4-3C8986F7A480}" type="pres">
      <dgm:prSet presAssocID="{F34C1AB3-4DD3-49DA-B369-436F6B43E4E7}" presName="linNode" presStyleCnt="0"/>
      <dgm:spPr/>
    </dgm:pt>
    <dgm:pt modelId="{E3D3F0A6-1E0C-41E6-B7E3-AD8C94807A15}" type="pres">
      <dgm:prSet presAssocID="{F34C1AB3-4DD3-49DA-B369-436F6B43E4E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4D1EAF9B-4566-4D98-B912-86535AFFD3C7}" type="pres">
      <dgm:prSet presAssocID="{F34C1AB3-4DD3-49DA-B369-436F6B43E4E7}" presName="descendantText" presStyleLbl="alignAccFollowNode1" presStyleIdx="3" presStyleCnt="5">
        <dgm:presLayoutVars>
          <dgm:bulletEnabled val="1"/>
        </dgm:presLayoutVars>
      </dgm:prSet>
      <dgm:spPr/>
    </dgm:pt>
    <dgm:pt modelId="{4E8C8CEC-9638-46CC-AEBB-5B72E96F4D37}" type="pres">
      <dgm:prSet presAssocID="{3E7B3BA4-36F2-416A-97A1-30B6530CF857}" presName="sp" presStyleCnt="0"/>
      <dgm:spPr/>
    </dgm:pt>
    <dgm:pt modelId="{E3A9B8EF-07DD-4CC1-9715-0BF002A128DC}" type="pres">
      <dgm:prSet presAssocID="{EEDFAAFC-24C6-4928-9DC8-EB35C8C9ED44}" presName="linNode" presStyleCnt="0"/>
      <dgm:spPr/>
    </dgm:pt>
    <dgm:pt modelId="{3585662D-99E9-4F18-BA7F-6CB4FC89932B}" type="pres">
      <dgm:prSet presAssocID="{EEDFAAFC-24C6-4928-9DC8-EB35C8C9ED44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EA7D5544-029E-419D-BA5C-72DF98324D7C}" type="pres">
      <dgm:prSet presAssocID="{EEDFAAFC-24C6-4928-9DC8-EB35C8C9ED44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C54F710C-C454-48ED-BA4D-AA8FD70E90D3}" type="presOf" srcId="{EEDFAAFC-24C6-4928-9DC8-EB35C8C9ED44}" destId="{3585662D-99E9-4F18-BA7F-6CB4FC89932B}" srcOrd="0" destOrd="0" presId="urn:microsoft.com/office/officeart/2005/8/layout/vList5"/>
    <dgm:cxn modelId="{3FD90E0E-5C7B-43D8-9631-8AA855AF3946}" type="presOf" srcId="{731111BD-4F60-4065-97D9-B39C988A8F53}" destId="{3E17ADC1-D9FE-4D80-A136-B43B683E2B9C}" srcOrd="0" destOrd="0" presId="urn:microsoft.com/office/officeart/2005/8/layout/vList5"/>
    <dgm:cxn modelId="{14C4700E-3292-47C5-B327-CAAC457E9BC6}" srcId="{B90887FE-8953-4502-9E74-B6DB67B1249C}" destId="{CA5544ED-2DD5-4D1A-BA07-71CE3A61AA3E}" srcOrd="1" destOrd="0" parTransId="{49C62E06-1AAD-4B10-ABCB-6E08D2289579}" sibTransId="{5D71771B-6BD3-4D28-A357-EBA77A9C2825}"/>
    <dgm:cxn modelId="{46528510-AD38-45BF-ADF4-05BCDE51FFE7}" type="presOf" srcId="{B120C390-8279-4759-A601-FB4ABC17C3C9}" destId="{EA7D5544-029E-419D-BA5C-72DF98324D7C}" srcOrd="0" destOrd="0" presId="urn:microsoft.com/office/officeart/2005/8/layout/vList5"/>
    <dgm:cxn modelId="{564FD31A-9796-4EBE-8CFB-CD9A9DD26456}" type="presOf" srcId="{AFF84923-31A4-49E9-B4B6-2A718633D261}" destId="{403D7D09-89D0-4A09-A07E-241089B4FAD6}" srcOrd="0" destOrd="0" presId="urn:microsoft.com/office/officeart/2005/8/layout/vList5"/>
    <dgm:cxn modelId="{FA1BF42A-0829-4957-B809-76A30C2FAE40}" type="presOf" srcId="{37054260-14FD-4392-89FA-8A44DD6AEE24}" destId="{EA7D5544-029E-419D-BA5C-72DF98324D7C}" srcOrd="0" destOrd="1" presId="urn:microsoft.com/office/officeart/2005/8/layout/vList5"/>
    <dgm:cxn modelId="{6399D22B-05D0-4D7B-B6BF-6238099B90B4}" type="presOf" srcId="{443D24DA-1A94-447E-921A-8FDFB3413E83}" destId="{ABE6F679-B4D8-4BFF-9B60-B471962AD622}" srcOrd="0" destOrd="0" presId="urn:microsoft.com/office/officeart/2005/8/layout/vList5"/>
    <dgm:cxn modelId="{F89CBA35-661F-4B8A-AEAE-541C9121E531}" type="presOf" srcId="{613B1279-EED5-4010-BF45-2942B68B19B1}" destId="{ABE6F679-B4D8-4BFF-9B60-B471962AD622}" srcOrd="0" destOrd="1" presId="urn:microsoft.com/office/officeart/2005/8/layout/vList5"/>
    <dgm:cxn modelId="{7A1EF23A-39B3-4D5E-A3FD-B7B9149D1304}" srcId="{044A8981-EC24-47A6-9F3A-3C29B9299769}" destId="{EEDFAAFC-24C6-4928-9DC8-EB35C8C9ED44}" srcOrd="4" destOrd="0" parTransId="{98CEA372-C9E8-4696-9E75-0D94AC320181}" sibTransId="{FD9479B0-EBCB-40B3-AF61-6CC77F4B5AAD}"/>
    <dgm:cxn modelId="{FC64195D-D67D-4194-AADD-8009EF5D7AE5}" type="presOf" srcId="{3F57D401-E70A-43F0-8F23-C105CC949881}" destId="{D32D4718-55EB-4F3F-890A-8221E4004B2A}" srcOrd="0" destOrd="0" presId="urn:microsoft.com/office/officeart/2005/8/layout/vList5"/>
    <dgm:cxn modelId="{C3AB8A41-CAD5-4273-AF62-94197CB2DD28}" srcId="{044A8981-EC24-47A6-9F3A-3C29B9299769}" destId="{731111BD-4F60-4065-97D9-B39C988A8F53}" srcOrd="1" destOrd="0" parTransId="{08F23838-E2F0-4FF9-8F44-B2754557FA9A}" sibTransId="{02E99C4E-B347-468D-8106-1BE385070D85}"/>
    <dgm:cxn modelId="{DADCE34B-0158-481A-9818-AC61947C3703}" srcId="{044A8981-EC24-47A6-9F3A-3C29B9299769}" destId="{F34C1AB3-4DD3-49DA-B369-436F6B43E4E7}" srcOrd="3" destOrd="0" parTransId="{B3C270AB-0CF9-4821-B260-7E59E8F67599}" sibTransId="{3E7B3BA4-36F2-416A-97A1-30B6530CF857}"/>
    <dgm:cxn modelId="{7027D96D-368B-4138-8BAB-F405D2C727B6}" srcId="{B90887FE-8953-4502-9E74-B6DB67B1249C}" destId="{D7BEB732-C48D-44A3-B4F8-99578419797C}" srcOrd="0" destOrd="0" parTransId="{813E4B27-AE0A-4209-8FA8-F6F97404F770}" sibTransId="{B2CDE548-9A70-422A-A303-73EC53CC3A3F}"/>
    <dgm:cxn modelId="{939D356F-C13E-423A-B49D-ECA7D15FA6FB}" type="presOf" srcId="{CA5544ED-2DD5-4D1A-BA07-71CE3A61AA3E}" destId="{9B022201-8811-491B-A0E6-4DA0FAE08654}" srcOrd="0" destOrd="1" presId="urn:microsoft.com/office/officeart/2005/8/layout/vList5"/>
    <dgm:cxn modelId="{95B91272-726A-4A41-AE3B-F9F1B9B795A7}" type="presOf" srcId="{F34C1AB3-4DD3-49DA-B369-436F6B43E4E7}" destId="{E3D3F0A6-1E0C-41E6-B7E3-AD8C94807A15}" srcOrd="0" destOrd="0" presId="urn:microsoft.com/office/officeart/2005/8/layout/vList5"/>
    <dgm:cxn modelId="{16D15956-67A1-4B06-BB8E-02AC1FDB5D21}" type="presOf" srcId="{D7BEB732-C48D-44A3-B4F8-99578419797C}" destId="{9B022201-8811-491B-A0E6-4DA0FAE08654}" srcOrd="0" destOrd="0" presId="urn:microsoft.com/office/officeart/2005/8/layout/vList5"/>
    <dgm:cxn modelId="{D52C1B78-02AC-4115-8B99-F0BB8C6138E1}" srcId="{731111BD-4F60-4065-97D9-B39C988A8F53}" destId="{613B1279-EED5-4010-BF45-2942B68B19B1}" srcOrd="1" destOrd="0" parTransId="{9B562754-26B0-44DC-9D1B-3DF808353192}" sibTransId="{C540DF0F-7E69-4E2E-9259-85E1E58E64F1}"/>
    <dgm:cxn modelId="{611D2E59-1991-4B44-8BEB-7215C865FD9D}" srcId="{F34C1AB3-4DD3-49DA-B369-436F6B43E4E7}" destId="{CB1867C9-77C6-47A7-B36B-857BD314E25E}" srcOrd="1" destOrd="0" parTransId="{008632D4-5E34-41FC-BAD6-BC06B4CB45F4}" sibTransId="{A026518F-37AA-479A-9EAE-E8AA5DF6CB1A}"/>
    <dgm:cxn modelId="{2CDC435A-92AB-41DE-B1F7-9A818B4BC6B3}" type="presOf" srcId="{044A8981-EC24-47A6-9F3A-3C29B9299769}" destId="{F4F4D9FF-5C88-480F-A9E4-DDA7A385E148}" srcOrd="0" destOrd="0" presId="urn:microsoft.com/office/officeart/2005/8/layout/vList5"/>
    <dgm:cxn modelId="{92268783-7201-430E-ADDB-B396FBEE50B4}" type="presOf" srcId="{EA7318ED-5BFA-4DF6-BA5B-27D37F1DA284}" destId="{4D1EAF9B-4566-4D98-B912-86535AFFD3C7}" srcOrd="0" destOrd="0" presId="urn:microsoft.com/office/officeart/2005/8/layout/vList5"/>
    <dgm:cxn modelId="{F5A00289-7174-4318-B80D-ACA54B12E1C5}" type="presOf" srcId="{80B7E374-F58A-4A2D-8F2E-B91F7FCBAD8B}" destId="{403D7D09-89D0-4A09-A07E-241089B4FAD6}" srcOrd="0" destOrd="1" presId="urn:microsoft.com/office/officeart/2005/8/layout/vList5"/>
    <dgm:cxn modelId="{01E00190-D0FD-4EB7-8EEB-8AE6304BC081}" srcId="{F34C1AB3-4DD3-49DA-B369-436F6B43E4E7}" destId="{EA7318ED-5BFA-4DF6-BA5B-27D37F1DA284}" srcOrd="0" destOrd="0" parTransId="{72D8EFE3-8027-4768-BAB7-8607FC17937E}" sibTransId="{954E6001-5A15-4501-B70C-18D156FDCB02}"/>
    <dgm:cxn modelId="{B7D87292-AC5E-4480-8447-F5A6AFBBEA8B}" srcId="{EEDFAAFC-24C6-4928-9DC8-EB35C8C9ED44}" destId="{B120C390-8279-4759-A601-FB4ABC17C3C9}" srcOrd="0" destOrd="0" parTransId="{F5324701-2620-47F3-96E4-35C394FAA758}" sibTransId="{0516FE53-1913-45C6-BF78-F3D456290AA0}"/>
    <dgm:cxn modelId="{888CCD9D-2788-46F7-B8F5-4B36CF63146C}" srcId="{044A8981-EC24-47A6-9F3A-3C29B9299769}" destId="{3F57D401-E70A-43F0-8F23-C105CC949881}" srcOrd="0" destOrd="0" parTransId="{25DD4A37-63F8-466B-89AA-BAE81AB08446}" sibTransId="{F0D3B4C7-94C5-440C-84BD-33C4AFED3F07}"/>
    <dgm:cxn modelId="{50075FA1-A2DA-4446-9FB3-2B54B6F2C578}" srcId="{3F57D401-E70A-43F0-8F23-C105CC949881}" destId="{80B7E374-F58A-4A2D-8F2E-B91F7FCBAD8B}" srcOrd="1" destOrd="0" parTransId="{F6F09D70-12B9-42C2-AF10-062B55065F1F}" sibTransId="{6606C83A-98F3-446F-8984-53C2E6FDD6C2}"/>
    <dgm:cxn modelId="{2F5F2BA5-A374-45FC-949E-99161554014E}" type="presOf" srcId="{CB1867C9-77C6-47A7-B36B-857BD314E25E}" destId="{4D1EAF9B-4566-4D98-B912-86535AFFD3C7}" srcOrd="0" destOrd="1" presId="urn:microsoft.com/office/officeart/2005/8/layout/vList5"/>
    <dgm:cxn modelId="{F697CCB5-9079-485D-8851-7D626933CE02}" srcId="{731111BD-4F60-4065-97D9-B39C988A8F53}" destId="{443D24DA-1A94-447E-921A-8FDFB3413E83}" srcOrd="0" destOrd="0" parTransId="{697D5198-F4E2-45C4-A737-15FA8655A033}" sibTransId="{4C05C104-D19A-4ECE-A8C9-EC69B9E579B0}"/>
    <dgm:cxn modelId="{B004C1DB-089C-4661-86B4-5C970773444D}" srcId="{EEDFAAFC-24C6-4928-9DC8-EB35C8C9ED44}" destId="{37054260-14FD-4392-89FA-8A44DD6AEE24}" srcOrd="1" destOrd="0" parTransId="{E2AED400-5D77-4C2E-99F3-E200A0A9E17F}" sibTransId="{BE21685D-595C-40F6-A44F-F11FAC18F1E4}"/>
    <dgm:cxn modelId="{10A656EC-D88C-4103-8B63-0BB3FD1C9B4A}" type="presOf" srcId="{B90887FE-8953-4502-9E74-B6DB67B1249C}" destId="{57EFAFB6-87DE-450B-A971-C0E32E70E410}" srcOrd="0" destOrd="0" presId="urn:microsoft.com/office/officeart/2005/8/layout/vList5"/>
    <dgm:cxn modelId="{05C62EF5-614E-42E6-A552-A52C3FFF8199}" srcId="{3F57D401-E70A-43F0-8F23-C105CC949881}" destId="{AFF84923-31A4-49E9-B4B6-2A718633D261}" srcOrd="0" destOrd="0" parTransId="{D43F66FF-BC5A-473C-BDFF-1AF8A738A116}" sibTransId="{7FDB5E71-EC11-4F8C-A9E9-6D54FE2477C2}"/>
    <dgm:cxn modelId="{AD8B49FC-0E47-4BF6-A85F-80B7A59D14D7}" srcId="{044A8981-EC24-47A6-9F3A-3C29B9299769}" destId="{B90887FE-8953-4502-9E74-B6DB67B1249C}" srcOrd="2" destOrd="0" parTransId="{B274E1EA-8360-4F10-ABEC-D19B25C6C32C}" sibTransId="{4A1C5EE5-118B-4595-928E-936C2A4C856A}"/>
    <dgm:cxn modelId="{EE9D854F-567E-4EEC-8BA6-2752B627B154}" type="presParOf" srcId="{F4F4D9FF-5C88-480F-A9E4-DDA7A385E148}" destId="{472F55DB-347D-4070-B3EA-7C3144BF0F3B}" srcOrd="0" destOrd="0" presId="urn:microsoft.com/office/officeart/2005/8/layout/vList5"/>
    <dgm:cxn modelId="{B1902B57-2355-4437-A53D-A57D32D4BE5D}" type="presParOf" srcId="{472F55DB-347D-4070-B3EA-7C3144BF0F3B}" destId="{D32D4718-55EB-4F3F-890A-8221E4004B2A}" srcOrd="0" destOrd="0" presId="urn:microsoft.com/office/officeart/2005/8/layout/vList5"/>
    <dgm:cxn modelId="{C9A657B7-20D7-4160-B785-C39869D0D26E}" type="presParOf" srcId="{472F55DB-347D-4070-B3EA-7C3144BF0F3B}" destId="{403D7D09-89D0-4A09-A07E-241089B4FAD6}" srcOrd="1" destOrd="0" presId="urn:microsoft.com/office/officeart/2005/8/layout/vList5"/>
    <dgm:cxn modelId="{A06E0A53-510A-4B90-99C2-E5DF492045F5}" type="presParOf" srcId="{F4F4D9FF-5C88-480F-A9E4-DDA7A385E148}" destId="{2D4E4753-21F5-4A9E-89FF-A2577BCF4D42}" srcOrd="1" destOrd="0" presId="urn:microsoft.com/office/officeart/2005/8/layout/vList5"/>
    <dgm:cxn modelId="{4D9F0DBE-0613-4F19-A9EF-49D76FCB1872}" type="presParOf" srcId="{F4F4D9FF-5C88-480F-A9E4-DDA7A385E148}" destId="{1918B5CB-E89F-432E-A8F4-08E5C8F4CA00}" srcOrd="2" destOrd="0" presId="urn:microsoft.com/office/officeart/2005/8/layout/vList5"/>
    <dgm:cxn modelId="{F5BB6025-9879-4EA6-90D0-5BB820BD27B0}" type="presParOf" srcId="{1918B5CB-E89F-432E-A8F4-08E5C8F4CA00}" destId="{3E17ADC1-D9FE-4D80-A136-B43B683E2B9C}" srcOrd="0" destOrd="0" presId="urn:microsoft.com/office/officeart/2005/8/layout/vList5"/>
    <dgm:cxn modelId="{BFD21EEE-D070-4315-BEA1-2C451EB34836}" type="presParOf" srcId="{1918B5CB-E89F-432E-A8F4-08E5C8F4CA00}" destId="{ABE6F679-B4D8-4BFF-9B60-B471962AD622}" srcOrd="1" destOrd="0" presId="urn:microsoft.com/office/officeart/2005/8/layout/vList5"/>
    <dgm:cxn modelId="{2B3876C5-820C-4560-AE91-1DAA6B3506CA}" type="presParOf" srcId="{F4F4D9FF-5C88-480F-A9E4-DDA7A385E148}" destId="{6BA96E07-0D05-4DA3-8D8B-C780CC35FE53}" srcOrd="3" destOrd="0" presId="urn:microsoft.com/office/officeart/2005/8/layout/vList5"/>
    <dgm:cxn modelId="{0EED7E03-C382-4AE6-AF11-462D4DEA9E13}" type="presParOf" srcId="{F4F4D9FF-5C88-480F-A9E4-DDA7A385E148}" destId="{EE829A33-119D-4EC2-B2BA-24EB4DC67AC2}" srcOrd="4" destOrd="0" presId="urn:microsoft.com/office/officeart/2005/8/layout/vList5"/>
    <dgm:cxn modelId="{D9E0A58B-5984-40EF-9984-59FC6936F93E}" type="presParOf" srcId="{EE829A33-119D-4EC2-B2BA-24EB4DC67AC2}" destId="{57EFAFB6-87DE-450B-A971-C0E32E70E410}" srcOrd="0" destOrd="0" presId="urn:microsoft.com/office/officeart/2005/8/layout/vList5"/>
    <dgm:cxn modelId="{AC3C1361-B28E-4405-A5E1-EAC2045B5909}" type="presParOf" srcId="{EE829A33-119D-4EC2-B2BA-24EB4DC67AC2}" destId="{9B022201-8811-491B-A0E6-4DA0FAE08654}" srcOrd="1" destOrd="0" presId="urn:microsoft.com/office/officeart/2005/8/layout/vList5"/>
    <dgm:cxn modelId="{1B3B71B5-20A2-4E9F-9157-35CC27964FB2}" type="presParOf" srcId="{F4F4D9FF-5C88-480F-A9E4-DDA7A385E148}" destId="{21FFC2AD-1CFC-4936-AFDF-2A6A7A71A88D}" srcOrd="5" destOrd="0" presId="urn:microsoft.com/office/officeart/2005/8/layout/vList5"/>
    <dgm:cxn modelId="{134CD7CD-3BBB-411A-8899-B360C59BD272}" type="presParOf" srcId="{F4F4D9FF-5C88-480F-A9E4-DDA7A385E148}" destId="{1AD14230-9ACC-4FFD-B9E4-3C8986F7A480}" srcOrd="6" destOrd="0" presId="urn:microsoft.com/office/officeart/2005/8/layout/vList5"/>
    <dgm:cxn modelId="{CFF50305-4639-4993-8A67-3BC61341B9E7}" type="presParOf" srcId="{1AD14230-9ACC-4FFD-B9E4-3C8986F7A480}" destId="{E3D3F0A6-1E0C-41E6-B7E3-AD8C94807A15}" srcOrd="0" destOrd="0" presId="urn:microsoft.com/office/officeart/2005/8/layout/vList5"/>
    <dgm:cxn modelId="{18874AA6-1E22-4A6A-A2A9-C87EDD0EF4C4}" type="presParOf" srcId="{1AD14230-9ACC-4FFD-B9E4-3C8986F7A480}" destId="{4D1EAF9B-4566-4D98-B912-86535AFFD3C7}" srcOrd="1" destOrd="0" presId="urn:microsoft.com/office/officeart/2005/8/layout/vList5"/>
    <dgm:cxn modelId="{33C8123D-7762-4C7C-956C-C12D80BBCDC6}" type="presParOf" srcId="{F4F4D9FF-5C88-480F-A9E4-DDA7A385E148}" destId="{4E8C8CEC-9638-46CC-AEBB-5B72E96F4D37}" srcOrd="7" destOrd="0" presId="urn:microsoft.com/office/officeart/2005/8/layout/vList5"/>
    <dgm:cxn modelId="{25D35F05-17F8-44B5-8328-460677F5A5E6}" type="presParOf" srcId="{F4F4D9FF-5C88-480F-A9E4-DDA7A385E148}" destId="{E3A9B8EF-07DD-4CC1-9715-0BF002A128DC}" srcOrd="8" destOrd="0" presId="urn:microsoft.com/office/officeart/2005/8/layout/vList5"/>
    <dgm:cxn modelId="{41803EA6-AA47-4C2A-8030-D6A853240462}" type="presParOf" srcId="{E3A9B8EF-07DD-4CC1-9715-0BF002A128DC}" destId="{3585662D-99E9-4F18-BA7F-6CB4FC89932B}" srcOrd="0" destOrd="0" presId="urn:microsoft.com/office/officeart/2005/8/layout/vList5"/>
    <dgm:cxn modelId="{95A1AFF1-0F0A-42CD-AE38-70A57389B84C}" type="presParOf" srcId="{E3A9B8EF-07DD-4CC1-9715-0BF002A128DC}" destId="{EA7D5544-029E-419D-BA5C-72DF98324D7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7599E8-6EA0-4BFC-AEB2-8A5077576B4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E09CAC-8405-4AF9-A77D-1E20417D39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video data of soccer games </a:t>
          </a:r>
        </a:p>
      </dgm:t>
    </dgm:pt>
    <dgm:pt modelId="{D44821FC-F792-4957-9ECC-E9922C4FECF9}" type="parTrans" cxnId="{45FD9086-0B3A-4D37-BA68-021A8D9051F5}">
      <dgm:prSet/>
      <dgm:spPr/>
      <dgm:t>
        <a:bodyPr/>
        <a:lstStyle/>
        <a:p>
          <a:endParaRPr lang="en-US"/>
        </a:p>
      </dgm:t>
    </dgm:pt>
    <dgm:pt modelId="{880D1A58-948E-4B9E-B1BB-437717A7FBDD}" type="sibTrans" cxnId="{45FD9086-0B3A-4D37-BA68-021A8D9051F5}">
      <dgm:prSet/>
      <dgm:spPr/>
      <dgm:t>
        <a:bodyPr/>
        <a:lstStyle/>
        <a:p>
          <a:endParaRPr lang="en-US"/>
        </a:p>
      </dgm:t>
    </dgm:pt>
    <dgm:pt modelId="{B2BFA6E1-37BD-4B51-BA48-0FFC17777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Count how many players from each team are visible on screen at any moment</a:t>
          </a:r>
        </a:p>
      </dgm:t>
    </dgm:pt>
    <dgm:pt modelId="{E9F3720E-5239-49D7-9672-840AC9E0EB0E}" type="parTrans" cxnId="{2D707A3B-11D2-46B3-9D67-13BDEB1A7947}">
      <dgm:prSet/>
      <dgm:spPr/>
      <dgm:t>
        <a:bodyPr/>
        <a:lstStyle/>
        <a:p>
          <a:endParaRPr lang="en-US"/>
        </a:p>
      </dgm:t>
    </dgm:pt>
    <dgm:pt modelId="{54D60CBF-8F16-4F5A-B76F-F295D4670A06}" type="sibTrans" cxnId="{2D707A3B-11D2-46B3-9D67-13BDEB1A7947}">
      <dgm:prSet/>
      <dgm:spPr/>
      <dgm:t>
        <a:bodyPr/>
        <a:lstStyle/>
        <a:p>
          <a:endParaRPr lang="en-US"/>
        </a:p>
      </dgm:t>
    </dgm:pt>
    <dgm:pt modelId="{3EB4F80D-48DF-4D6F-BF01-DA80F431CE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Challenges</a:t>
          </a:r>
          <a:endParaRPr lang="en-US"/>
        </a:p>
      </dgm:t>
    </dgm:pt>
    <dgm:pt modelId="{C5EB2046-13EB-423D-BB4C-B3F034199364}" type="parTrans" cxnId="{5D307877-986D-4C7D-81EF-96EFC5BAB249}">
      <dgm:prSet/>
      <dgm:spPr/>
      <dgm:t>
        <a:bodyPr/>
        <a:lstStyle/>
        <a:p>
          <a:endParaRPr lang="en-US"/>
        </a:p>
      </dgm:t>
    </dgm:pt>
    <dgm:pt modelId="{7F465D15-335C-4070-8A78-EAA908DC6CFA}" type="sibTrans" cxnId="{5D307877-986D-4C7D-81EF-96EFC5BAB249}">
      <dgm:prSet/>
      <dgm:spPr/>
      <dgm:t>
        <a:bodyPr/>
        <a:lstStyle/>
        <a:p>
          <a:endParaRPr lang="en-US"/>
        </a:p>
      </dgm:t>
    </dgm:pt>
    <dgm:pt modelId="{11947906-F238-4E26-9E72-3E7891DC10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Dynamic video (players moving, occlusions) </a:t>
          </a:r>
        </a:p>
      </dgm:t>
    </dgm:pt>
    <dgm:pt modelId="{6E70DA19-C6E6-4646-8CEF-0EFE63A80F5B}" type="parTrans" cxnId="{214C7579-26C4-4C3B-AA9A-AB26BCB6214C}">
      <dgm:prSet/>
      <dgm:spPr/>
      <dgm:t>
        <a:bodyPr/>
        <a:lstStyle/>
        <a:p>
          <a:endParaRPr lang="en-US"/>
        </a:p>
      </dgm:t>
    </dgm:pt>
    <dgm:pt modelId="{CD33D521-A7A7-45EA-8A23-D5F32B10597F}" type="sibTrans" cxnId="{214C7579-26C4-4C3B-AA9A-AB26BCB6214C}">
      <dgm:prSet/>
      <dgm:spPr/>
      <dgm:t>
        <a:bodyPr/>
        <a:lstStyle/>
        <a:p>
          <a:endParaRPr lang="en-US"/>
        </a:p>
      </dgm:t>
    </dgm:pt>
    <dgm:pt modelId="{A08A715B-7F35-42C5-89AC-33AE3F9B1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 team colors in each match </a:t>
          </a:r>
        </a:p>
      </dgm:t>
    </dgm:pt>
    <dgm:pt modelId="{225B90A7-0230-4EAF-882A-D1A92830653B}" type="parTrans" cxnId="{3CA0430F-A2B9-42E9-BC6F-9933DAE7DB0A}">
      <dgm:prSet/>
      <dgm:spPr/>
      <dgm:t>
        <a:bodyPr/>
        <a:lstStyle/>
        <a:p>
          <a:endParaRPr lang="en-US"/>
        </a:p>
      </dgm:t>
    </dgm:pt>
    <dgm:pt modelId="{7094E10B-FFC3-41F5-B903-5B426B2918ED}" type="sibTrans" cxnId="{3CA0430F-A2B9-42E9-BC6F-9933DAE7DB0A}">
      <dgm:prSet/>
      <dgm:spPr/>
      <dgm:t>
        <a:bodyPr/>
        <a:lstStyle/>
        <a:p>
          <a:endParaRPr lang="en-US"/>
        </a:p>
      </dgm:t>
    </dgm:pt>
    <dgm:pt modelId="{86BDC508-5504-4D47-BC67-743E96D2AE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Presence of referees and non-players </a:t>
          </a:r>
        </a:p>
      </dgm:t>
    </dgm:pt>
    <dgm:pt modelId="{A8119251-1929-4071-AFB0-44005A68D22D}" type="parTrans" cxnId="{506B285D-A61C-4887-B3E7-9BBB4B5E815F}">
      <dgm:prSet/>
      <dgm:spPr/>
      <dgm:t>
        <a:bodyPr/>
        <a:lstStyle/>
        <a:p>
          <a:endParaRPr lang="en-US"/>
        </a:p>
      </dgm:t>
    </dgm:pt>
    <dgm:pt modelId="{957768C8-610E-40A5-B358-9F0F2F438CE6}" type="sibTrans" cxnId="{506B285D-A61C-4887-B3E7-9BBB4B5E815F}">
      <dgm:prSet/>
      <dgm:spPr/>
      <dgm:t>
        <a:bodyPr/>
        <a:lstStyle/>
        <a:p>
          <a:endParaRPr lang="en-US"/>
        </a:p>
      </dgm:t>
    </dgm:pt>
    <dgm:pt modelId="{0D769C19-A03D-4695-9392-D12EB99BE2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predefined labels for teams</a:t>
          </a:r>
        </a:p>
      </dgm:t>
    </dgm:pt>
    <dgm:pt modelId="{B07A0DFB-A4DA-41F2-9090-63D2C1805057}" type="parTrans" cxnId="{3D9F397B-92CF-425E-B49B-A99E24C4FA92}">
      <dgm:prSet/>
      <dgm:spPr/>
      <dgm:t>
        <a:bodyPr/>
        <a:lstStyle/>
        <a:p>
          <a:endParaRPr lang="en-US"/>
        </a:p>
      </dgm:t>
    </dgm:pt>
    <dgm:pt modelId="{35CC5621-6EE0-453F-919C-DA5C6031033B}" type="sibTrans" cxnId="{3D9F397B-92CF-425E-B49B-A99E24C4FA92}">
      <dgm:prSet/>
      <dgm:spPr/>
      <dgm:t>
        <a:bodyPr/>
        <a:lstStyle/>
        <a:p>
          <a:endParaRPr lang="en-US"/>
        </a:p>
      </dgm:t>
    </dgm:pt>
    <dgm:pt modelId="{BC2ACE86-930D-4C83-88DC-182A348020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</a:t>
          </a:r>
          <a:endParaRPr lang="en-US"/>
        </a:p>
      </dgm:t>
    </dgm:pt>
    <dgm:pt modelId="{603395CD-4A52-4138-897B-82B84CAF2156}" type="parTrans" cxnId="{43B21829-BA48-4D12-BB7C-8A5F878A3A66}">
      <dgm:prSet/>
      <dgm:spPr/>
      <dgm:t>
        <a:bodyPr/>
        <a:lstStyle/>
        <a:p>
          <a:endParaRPr lang="en-US"/>
        </a:p>
      </dgm:t>
    </dgm:pt>
    <dgm:pt modelId="{49D4A429-D1F3-4060-B4A1-955948D4D50C}" type="sibTrans" cxnId="{43B21829-BA48-4D12-BB7C-8A5F878A3A66}">
      <dgm:prSet/>
      <dgm:spPr/>
      <dgm:t>
        <a:bodyPr/>
        <a:lstStyle/>
        <a:p>
          <a:endParaRPr lang="en-US"/>
        </a:p>
      </dgm:t>
    </dgm:pt>
    <dgm:pt modelId="{445F535C-AF41-464E-88DD-E07FE6F87C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an automated system that:</a:t>
          </a:r>
        </a:p>
      </dgm:t>
    </dgm:pt>
    <dgm:pt modelId="{7CD0122E-0DA4-4910-8F5C-39F684CB5F7A}" type="parTrans" cxnId="{9419E237-673F-4CC5-88EA-412DBDD99208}">
      <dgm:prSet/>
      <dgm:spPr/>
      <dgm:t>
        <a:bodyPr/>
        <a:lstStyle/>
        <a:p>
          <a:endParaRPr lang="en-US"/>
        </a:p>
      </dgm:t>
    </dgm:pt>
    <dgm:pt modelId="{5748FCBF-E8CE-4CEA-8FDE-E546EE82572C}" type="sibTrans" cxnId="{9419E237-673F-4CC5-88EA-412DBDD99208}">
      <dgm:prSet/>
      <dgm:spPr/>
      <dgm:t>
        <a:bodyPr/>
        <a:lstStyle/>
        <a:p>
          <a:endParaRPr lang="en-US"/>
        </a:p>
      </dgm:t>
    </dgm:pt>
    <dgm:pt modelId="{9CA9B45B-6D35-48B3-9071-EB58C2BA47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Detects players in video frames </a:t>
          </a:r>
        </a:p>
      </dgm:t>
    </dgm:pt>
    <dgm:pt modelId="{67D204F9-7D71-4BA5-B9CE-6CD870A199BB}" type="parTrans" cxnId="{D34B45FC-F98A-472A-8B57-931C840FAC4C}">
      <dgm:prSet/>
      <dgm:spPr/>
      <dgm:t>
        <a:bodyPr/>
        <a:lstStyle/>
        <a:p>
          <a:endParaRPr lang="en-US"/>
        </a:p>
      </dgm:t>
    </dgm:pt>
    <dgm:pt modelId="{D4BF48EC-D619-4A4E-964B-E5975AB32514}" type="sibTrans" cxnId="{D34B45FC-F98A-472A-8B57-931C840FAC4C}">
      <dgm:prSet/>
      <dgm:spPr/>
      <dgm:t>
        <a:bodyPr/>
        <a:lstStyle/>
        <a:p>
          <a:endParaRPr lang="en-US"/>
        </a:p>
      </dgm:t>
    </dgm:pt>
    <dgm:pt modelId="{98590A0F-0D74-456E-955D-B749634B35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Assigns them to the correct team </a:t>
          </a:r>
        </a:p>
      </dgm:t>
    </dgm:pt>
    <dgm:pt modelId="{E3B61BF0-61C0-4A5A-BEFA-564F32F08C4C}" type="parTrans" cxnId="{B4652C6E-9DE2-4147-A148-8DCB0FFEE695}">
      <dgm:prSet/>
      <dgm:spPr/>
      <dgm:t>
        <a:bodyPr/>
        <a:lstStyle/>
        <a:p>
          <a:endParaRPr lang="en-US"/>
        </a:p>
      </dgm:t>
    </dgm:pt>
    <dgm:pt modelId="{EFF8CB0E-1C96-45F6-A66C-01C1BADC5CDE}" type="sibTrans" cxnId="{B4652C6E-9DE2-4147-A148-8DCB0FFEE695}">
      <dgm:prSet/>
      <dgm:spPr/>
      <dgm:t>
        <a:bodyPr/>
        <a:lstStyle/>
        <a:p>
          <a:endParaRPr lang="en-US"/>
        </a:p>
      </dgm:t>
    </dgm:pt>
    <dgm:pt modelId="{2B96E297-3EE2-43F9-90B6-E0834DDF51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real-time or batch player counts per team</a:t>
          </a:r>
        </a:p>
      </dgm:t>
    </dgm:pt>
    <dgm:pt modelId="{5A90BBE9-AC68-40DF-8C12-473B1918B7FD}" type="parTrans" cxnId="{00CD7BBB-B551-43F3-A1D7-0A1D8DBB404E}">
      <dgm:prSet/>
      <dgm:spPr/>
      <dgm:t>
        <a:bodyPr/>
        <a:lstStyle/>
        <a:p>
          <a:endParaRPr lang="en-US"/>
        </a:p>
      </dgm:t>
    </dgm:pt>
    <dgm:pt modelId="{FF723D84-18BF-44D6-B413-2E49AE2509DA}" type="sibTrans" cxnId="{00CD7BBB-B551-43F3-A1D7-0A1D8DBB404E}">
      <dgm:prSet/>
      <dgm:spPr/>
      <dgm:t>
        <a:bodyPr/>
        <a:lstStyle/>
        <a:p>
          <a:endParaRPr lang="en-US"/>
        </a:p>
      </dgm:t>
    </dgm:pt>
    <dgm:pt modelId="{56378E67-DC4B-4727-BF21-D29051BFC00D}" type="pres">
      <dgm:prSet presAssocID="{3A7599E8-6EA0-4BFC-AEB2-8A5077576B43}" presName="root" presStyleCnt="0">
        <dgm:presLayoutVars>
          <dgm:dir/>
          <dgm:resizeHandles val="exact"/>
        </dgm:presLayoutVars>
      </dgm:prSet>
      <dgm:spPr/>
    </dgm:pt>
    <dgm:pt modelId="{92057EE0-D8EC-4728-86E3-0893E5185FFC}" type="pres">
      <dgm:prSet presAssocID="{C2E09CAC-8405-4AF9-A77D-1E20417D39FF}" presName="compNode" presStyleCnt="0"/>
      <dgm:spPr/>
    </dgm:pt>
    <dgm:pt modelId="{40AD489E-C899-46CE-97B4-3BC98A1AE7FC}" type="pres">
      <dgm:prSet presAssocID="{C2E09CAC-8405-4AF9-A77D-1E20417D39FF}" presName="bgRect" presStyleLbl="bgShp" presStyleIdx="0" presStyleCnt="3"/>
      <dgm:spPr/>
    </dgm:pt>
    <dgm:pt modelId="{86C944AD-34C2-4133-B313-F8998BFA2FB8}" type="pres">
      <dgm:prSet presAssocID="{C2E09CAC-8405-4AF9-A77D-1E20417D39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ußball"/>
        </a:ext>
      </dgm:extLst>
    </dgm:pt>
    <dgm:pt modelId="{BEB03CB1-74F5-4F97-8FEA-54E2FA1D276B}" type="pres">
      <dgm:prSet presAssocID="{C2E09CAC-8405-4AF9-A77D-1E20417D39FF}" presName="spaceRect" presStyleCnt="0"/>
      <dgm:spPr/>
    </dgm:pt>
    <dgm:pt modelId="{98646BC0-2F0E-4108-AA48-D8AA4B33DD39}" type="pres">
      <dgm:prSet presAssocID="{C2E09CAC-8405-4AF9-A77D-1E20417D39FF}" presName="parTx" presStyleLbl="revTx" presStyleIdx="0" presStyleCnt="6">
        <dgm:presLayoutVars>
          <dgm:chMax val="0"/>
          <dgm:chPref val="0"/>
        </dgm:presLayoutVars>
      </dgm:prSet>
      <dgm:spPr/>
    </dgm:pt>
    <dgm:pt modelId="{3CA21BF0-8BFB-4723-8464-3822DF872375}" type="pres">
      <dgm:prSet presAssocID="{C2E09CAC-8405-4AF9-A77D-1E20417D39FF}" presName="desTx" presStyleLbl="revTx" presStyleIdx="1" presStyleCnt="6">
        <dgm:presLayoutVars/>
      </dgm:prSet>
      <dgm:spPr/>
    </dgm:pt>
    <dgm:pt modelId="{72319DD6-95D0-4B04-9558-8DBB04AB80B6}" type="pres">
      <dgm:prSet presAssocID="{880D1A58-948E-4B9E-B1BB-437717A7FBDD}" presName="sibTrans" presStyleCnt="0"/>
      <dgm:spPr/>
    </dgm:pt>
    <dgm:pt modelId="{8CED1831-291A-470D-ADD3-0564E3DC20CF}" type="pres">
      <dgm:prSet presAssocID="{3EB4F80D-48DF-4D6F-BF01-DA80F431CE97}" presName="compNode" presStyleCnt="0"/>
      <dgm:spPr/>
    </dgm:pt>
    <dgm:pt modelId="{90F9F7D0-FB53-4684-B377-75924D099791}" type="pres">
      <dgm:prSet presAssocID="{3EB4F80D-48DF-4D6F-BF01-DA80F431CE97}" presName="bgRect" presStyleLbl="bgShp" presStyleIdx="1" presStyleCnt="3"/>
      <dgm:spPr/>
    </dgm:pt>
    <dgm:pt modelId="{BE91CDA3-1DE3-4D7F-8EC1-4B5E8330B483}" type="pres">
      <dgm:prSet presAssocID="{3EB4F80D-48DF-4D6F-BF01-DA80F431CE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cer Player"/>
        </a:ext>
      </dgm:extLst>
    </dgm:pt>
    <dgm:pt modelId="{DEEDAAC4-36A7-46D8-BD7E-F005D76B6787}" type="pres">
      <dgm:prSet presAssocID="{3EB4F80D-48DF-4D6F-BF01-DA80F431CE97}" presName="spaceRect" presStyleCnt="0"/>
      <dgm:spPr/>
    </dgm:pt>
    <dgm:pt modelId="{18674C65-24F7-4F4B-B523-F78051A98662}" type="pres">
      <dgm:prSet presAssocID="{3EB4F80D-48DF-4D6F-BF01-DA80F431CE97}" presName="parTx" presStyleLbl="revTx" presStyleIdx="2" presStyleCnt="6">
        <dgm:presLayoutVars>
          <dgm:chMax val="0"/>
          <dgm:chPref val="0"/>
        </dgm:presLayoutVars>
      </dgm:prSet>
      <dgm:spPr/>
    </dgm:pt>
    <dgm:pt modelId="{E29819CA-84DA-4121-B05C-2752BEBCC8BE}" type="pres">
      <dgm:prSet presAssocID="{3EB4F80D-48DF-4D6F-BF01-DA80F431CE97}" presName="desTx" presStyleLbl="revTx" presStyleIdx="3" presStyleCnt="6">
        <dgm:presLayoutVars/>
      </dgm:prSet>
      <dgm:spPr/>
    </dgm:pt>
    <dgm:pt modelId="{D1D18FF4-6287-43CE-A367-B943782C13C7}" type="pres">
      <dgm:prSet presAssocID="{7F465D15-335C-4070-8A78-EAA908DC6CFA}" presName="sibTrans" presStyleCnt="0"/>
      <dgm:spPr/>
    </dgm:pt>
    <dgm:pt modelId="{47AB4E53-3BB5-429B-B853-C9FD29803060}" type="pres">
      <dgm:prSet presAssocID="{BC2ACE86-930D-4C83-88DC-182A348020DE}" presName="compNode" presStyleCnt="0"/>
      <dgm:spPr/>
    </dgm:pt>
    <dgm:pt modelId="{F3902697-41E1-4878-A7BC-21480D0FB3A1}" type="pres">
      <dgm:prSet presAssocID="{BC2ACE86-930D-4C83-88DC-182A348020DE}" presName="bgRect" presStyleLbl="bgShp" presStyleIdx="2" presStyleCnt="3"/>
      <dgm:spPr/>
    </dgm:pt>
    <dgm:pt modelId="{E4289098-3C4C-42B2-B1FD-24E4EEDF7131}" type="pres">
      <dgm:prSet presAssocID="{BC2ACE86-930D-4C83-88DC-182A348020D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5A436838-CA5C-4621-B550-E9FEBC632DEB}" type="pres">
      <dgm:prSet presAssocID="{BC2ACE86-930D-4C83-88DC-182A348020DE}" presName="spaceRect" presStyleCnt="0"/>
      <dgm:spPr/>
    </dgm:pt>
    <dgm:pt modelId="{EC105B01-5EB6-4FFD-A75A-54B5B0A8DC42}" type="pres">
      <dgm:prSet presAssocID="{BC2ACE86-930D-4C83-88DC-182A348020DE}" presName="parTx" presStyleLbl="revTx" presStyleIdx="4" presStyleCnt="6">
        <dgm:presLayoutVars>
          <dgm:chMax val="0"/>
          <dgm:chPref val="0"/>
        </dgm:presLayoutVars>
      </dgm:prSet>
      <dgm:spPr/>
    </dgm:pt>
    <dgm:pt modelId="{81B021C9-C53A-4465-B22C-2306EF7A6527}" type="pres">
      <dgm:prSet presAssocID="{BC2ACE86-930D-4C83-88DC-182A348020DE}" presName="desTx" presStyleLbl="revTx" presStyleIdx="5" presStyleCnt="6">
        <dgm:presLayoutVars/>
      </dgm:prSet>
      <dgm:spPr/>
    </dgm:pt>
  </dgm:ptLst>
  <dgm:cxnLst>
    <dgm:cxn modelId="{149EC50E-2939-4C13-BF50-B4960AF2AD6D}" type="presOf" srcId="{11947906-F238-4E26-9E72-3E7891DC10BD}" destId="{E29819CA-84DA-4121-B05C-2752BEBCC8BE}" srcOrd="0" destOrd="0" presId="urn:microsoft.com/office/officeart/2018/2/layout/IconVerticalSolidList"/>
    <dgm:cxn modelId="{3CA0430F-A2B9-42E9-BC6F-9933DAE7DB0A}" srcId="{3EB4F80D-48DF-4D6F-BF01-DA80F431CE97}" destId="{A08A715B-7F35-42C5-89AC-33AE3F9B1E8C}" srcOrd="1" destOrd="0" parTransId="{225B90A7-0230-4EAF-882A-D1A92830653B}" sibTransId="{7094E10B-FFC3-41F5-B903-5B426B2918ED}"/>
    <dgm:cxn modelId="{61D43B12-E876-4295-AD65-A4E50F2BBFF1}" type="presOf" srcId="{B2BFA6E1-37BD-4B51-BA48-0FFC17777479}" destId="{3CA21BF0-8BFB-4723-8464-3822DF872375}" srcOrd="0" destOrd="0" presId="urn:microsoft.com/office/officeart/2018/2/layout/IconVerticalSolidList"/>
    <dgm:cxn modelId="{BB38411B-0AC8-421B-B646-1936C152E3EE}" type="presOf" srcId="{A08A715B-7F35-42C5-89AC-33AE3F9B1E8C}" destId="{E29819CA-84DA-4121-B05C-2752BEBCC8BE}" srcOrd="0" destOrd="1" presId="urn:microsoft.com/office/officeart/2018/2/layout/IconVerticalSolidList"/>
    <dgm:cxn modelId="{9F29851B-5FBC-4CC5-9FBE-B05A1D59F2B0}" type="presOf" srcId="{9CA9B45B-6D35-48B3-9071-EB58C2BA4712}" destId="{81B021C9-C53A-4465-B22C-2306EF7A6527}" srcOrd="0" destOrd="1" presId="urn:microsoft.com/office/officeart/2018/2/layout/IconVerticalSolidList"/>
    <dgm:cxn modelId="{954AAC1C-40EE-4302-9A9C-17CE07D0242A}" type="presOf" srcId="{3EB4F80D-48DF-4D6F-BF01-DA80F431CE97}" destId="{18674C65-24F7-4F4B-B523-F78051A98662}" srcOrd="0" destOrd="0" presId="urn:microsoft.com/office/officeart/2018/2/layout/IconVerticalSolidList"/>
    <dgm:cxn modelId="{43B21829-BA48-4D12-BB7C-8A5F878A3A66}" srcId="{3A7599E8-6EA0-4BFC-AEB2-8A5077576B43}" destId="{BC2ACE86-930D-4C83-88DC-182A348020DE}" srcOrd="2" destOrd="0" parTransId="{603395CD-4A52-4138-897B-82B84CAF2156}" sibTransId="{49D4A429-D1F3-4060-B4A1-955948D4D50C}"/>
    <dgm:cxn modelId="{A5EB772A-A842-435D-AAC1-CF12E5260B07}" type="presOf" srcId="{86BDC508-5504-4D47-BC67-743E96D2AE74}" destId="{E29819CA-84DA-4121-B05C-2752BEBCC8BE}" srcOrd="0" destOrd="2" presId="urn:microsoft.com/office/officeart/2018/2/layout/IconVerticalSolidList"/>
    <dgm:cxn modelId="{9419E237-673F-4CC5-88EA-412DBDD99208}" srcId="{BC2ACE86-930D-4C83-88DC-182A348020DE}" destId="{445F535C-AF41-464E-88DD-E07FE6F87CD5}" srcOrd="0" destOrd="0" parTransId="{7CD0122E-0DA4-4910-8F5C-39F684CB5F7A}" sibTransId="{5748FCBF-E8CE-4CEA-8FDE-E546EE82572C}"/>
    <dgm:cxn modelId="{2D707A3B-11D2-46B3-9D67-13BDEB1A7947}" srcId="{C2E09CAC-8405-4AF9-A77D-1E20417D39FF}" destId="{B2BFA6E1-37BD-4B51-BA48-0FFC17777479}" srcOrd="0" destOrd="0" parTransId="{E9F3720E-5239-49D7-9672-840AC9E0EB0E}" sibTransId="{54D60CBF-8F16-4F5A-B76F-F295D4670A06}"/>
    <dgm:cxn modelId="{506B285D-A61C-4887-B3E7-9BBB4B5E815F}" srcId="{3EB4F80D-48DF-4D6F-BF01-DA80F431CE97}" destId="{86BDC508-5504-4D47-BC67-743E96D2AE74}" srcOrd="2" destOrd="0" parTransId="{A8119251-1929-4071-AFB0-44005A68D22D}" sibTransId="{957768C8-610E-40A5-B358-9F0F2F438CE6}"/>
    <dgm:cxn modelId="{21E6006B-D2CA-4266-86CA-0FFFCD4731E5}" type="presOf" srcId="{BC2ACE86-930D-4C83-88DC-182A348020DE}" destId="{EC105B01-5EB6-4FFD-A75A-54B5B0A8DC42}" srcOrd="0" destOrd="0" presId="urn:microsoft.com/office/officeart/2018/2/layout/IconVerticalSolidList"/>
    <dgm:cxn modelId="{B4652C6E-9DE2-4147-A148-8DCB0FFEE695}" srcId="{BC2ACE86-930D-4C83-88DC-182A348020DE}" destId="{98590A0F-0D74-456E-955D-B749634B352D}" srcOrd="2" destOrd="0" parTransId="{E3B61BF0-61C0-4A5A-BEFA-564F32F08C4C}" sibTransId="{EFF8CB0E-1C96-45F6-A66C-01C1BADC5CDE}"/>
    <dgm:cxn modelId="{5D307877-986D-4C7D-81EF-96EFC5BAB249}" srcId="{3A7599E8-6EA0-4BFC-AEB2-8A5077576B43}" destId="{3EB4F80D-48DF-4D6F-BF01-DA80F431CE97}" srcOrd="1" destOrd="0" parTransId="{C5EB2046-13EB-423D-BB4C-B3F034199364}" sibTransId="{7F465D15-335C-4070-8A78-EAA908DC6CFA}"/>
    <dgm:cxn modelId="{214C7579-26C4-4C3B-AA9A-AB26BCB6214C}" srcId="{3EB4F80D-48DF-4D6F-BF01-DA80F431CE97}" destId="{11947906-F238-4E26-9E72-3E7891DC10BD}" srcOrd="0" destOrd="0" parTransId="{6E70DA19-C6E6-4646-8CEF-0EFE63A80F5B}" sibTransId="{CD33D521-A7A7-45EA-8A23-D5F32B10597F}"/>
    <dgm:cxn modelId="{3D9F397B-92CF-425E-B49B-A99E24C4FA92}" srcId="{3EB4F80D-48DF-4D6F-BF01-DA80F431CE97}" destId="{0D769C19-A03D-4695-9392-D12EB99BE23C}" srcOrd="3" destOrd="0" parTransId="{B07A0DFB-A4DA-41F2-9090-63D2C1805057}" sibTransId="{35CC5621-6EE0-453F-919C-DA5C6031033B}"/>
    <dgm:cxn modelId="{45FD9086-0B3A-4D37-BA68-021A8D9051F5}" srcId="{3A7599E8-6EA0-4BFC-AEB2-8A5077576B43}" destId="{C2E09CAC-8405-4AF9-A77D-1E20417D39FF}" srcOrd="0" destOrd="0" parTransId="{D44821FC-F792-4957-9ECC-E9922C4FECF9}" sibTransId="{880D1A58-948E-4B9E-B1BB-437717A7FBDD}"/>
    <dgm:cxn modelId="{B2B2D791-5A3F-406A-AFEA-86AA9C8960B9}" type="presOf" srcId="{2B96E297-3EE2-43F9-90B6-E0834DDF5159}" destId="{81B021C9-C53A-4465-B22C-2306EF7A6527}" srcOrd="0" destOrd="3" presId="urn:microsoft.com/office/officeart/2018/2/layout/IconVerticalSolidList"/>
    <dgm:cxn modelId="{1AAEDC96-C7BD-4C3D-964F-23605C23FE98}" type="presOf" srcId="{98590A0F-0D74-456E-955D-B749634B352D}" destId="{81B021C9-C53A-4465-B22C-2306EF7A6527}" srcOrd="0" destOrd="2" presId="urn:microsoft.com/office/officeart/2018/2/layout/IconVerticalSolidList"/>
    <dgm:cxn modelId="{3A5CDB9D-EA8F-407F-B1DF-5759D684FEC3}" type="presOf" srcId="{445F535C-AF41-464E-88DD-E07FE6F87CD5}" destId="{81B021C9-C53A-4465-B22C-2306EF7A6527}" srcOrd="0" destOrd="0" presId="urn:microsoft.com/office/officeart/2018/2/layout/IconVerticalSolidList"/>
    <dgm:cxn modelId="{21FBE8AD-4CED-492C-8357-0878817B2F8A}" type="presOf" srcId="{0D769C19-A03D-4695-9392-D12EB99BE23C}" destId="{E29819CA-84DA-4121-B05C-2752BEBCC8BE}" srcOrd="0" destOrd="3" presId="urn:microsoft.com/office/officeart/2018/2/layout/IconVerticalSolidList"/>
    <dgm:cxn modelId="{884679AF-884F-4B53-B27B-107A0590D64F}" type="presOf" srcId="{3A7599E8-6EA0-4BFC-AEB2-8A5077576B43}" destId="{56378E67-DC4B-4727-BF21-D29051BFC00D}" srcOrd="0" destOrd="0" presId="urn:microsoft.com/office/officeart/2018/2/layout/IconVerticalSolidList"/>
    <dgm:cxn modelId="{00CD7BBB-B551-43F3-A1D7-0A1D8DBB404E}" srcId="{BC2ACE86-930D-4C83-88DC-182A348020DE}" destId="{2B96E297-3EE2-43F9-90B6-E0834DDF5159}" srcOrd="3" destOrd="0" parTransId="{5A90BBE9-AC68-40DF-8C12-473B1918B7FD}" sibTransId="{FF723D84-18BF-44D6-B413-2E49AE2509DA}"/>
    <dgm:cxn modelId="{A0BBB8EB-31A6-4EA8-83ED-EE57E0AD8E45}" type="presOf" srcId="{C2E09CAC-8405-4AF9-A77D-1E20417D39FF}" destId="{98646BC0-2F0E-4108-AA48-D8AA4B33DD39}" srcOrd="0" destOrd="0" presId="urn:microsoft.com/office/officeart/2018/2/layout/IconVerticalSolidList"/>
    <dgm:cxn modelId="{D34B45FC-F98A-472A-8B57-931C840FAC4C}" srcId="{BC2ACE86-930D-4C83-88DC-182A348020DE}" destId="{9CA9B45B-6D35-48B3-9071-EB58C2BA4712}" srcOrd="1" destOrd="0" parTransId="{67D204F9-7D71-4BA5-B9CE-6CD870A199BB}" sibTransId="{D4BF48EC-D619-4A4E-964B-E5975AB32514}"/>
    <dgm:cxn modelId="{7CF13858-4BCE-4ECE-9397-E4B5FA73054F}" type="presParOf" srcId="{56378E67-DC4B-4727-BF21-D29051BFC00D}" destId="{92057EE0-D8EC-4728-86E3-0893E5185FFC}" srcOrd="0" destOrd="0" presId="urn:microsoft.com/office/officeart/2018/2/layout/IconVerticalSolidList"/>
    <dgm:cxn modelId="{A1AAF718-C2E2-4603-9313-D5BF2C6D098E}" type="presParOf" srcId="{92057EE0-D8EC-4728-86E3-0893E5185FFC}" destId="{40AD489E-C899-46CE-97B4-3BC98A1AE7FC}" srcOrd="0" destOrd="0" presId="urn:microsoft.com/office/officeart/2018/2/layout/IconVerticalSolidList"/>
    <dgm:cxn modelId="{2F0B4782-4E4E-4A7D-B64A-C570C2F33A25}" type="presParOf" srcId="{92057EE0-D8EC-4728-86E3-0893E5185FFC}" destId="{86C944AD-34C2-4133-B313-F8998BFA2FB8}" srcOrd="1" destOrd="0" presId="urn:microsoft.com/office/officeart/2018/2/layout/IconVerticalSolidList"/>
    <dgm:cxn modelId="{9E33935B-9071-45AA-A88B-FCE3DCA55974}" type="presParOf" srcId="{92057EE0-D8EC-4728-86E3-0893E5185FFC}" destId="{BEB03CB1-74F5-4F97-8FEA-54E2FA1D276B}" srcOrd="2" destOrd="0" presId="urn:microsoft.com/office/officeart/2018/2/layout/IconVerticalSolidList"/>
    <dgm:cxn modelId="{1E3AFBAD-3828-4FBC-B995-E9BE9758BF85}" type="presParOf" srcId="{92057EE0-D8EC-4728-86E3-0893E5185FFC}" destId="{98646BC0-2F0E-4108-AA48-D8AA4B33DD39}" srcOrd="3" destOrd="0" presId="urn:microsoft.com/office/officeart/2018/2/layout/IconVerticalSolidList"/>
    <dgm:cxn modelId="{01461917-C68B-4D6D-8086-0C1BE7F040DE}" type="presParOf" srcId="{92057EE0-D8EC-4728-86E3-0893E5185FFC}" destId="{3CA21BF0-8BFB-4723-8464-3822DF872375}" srcOrd="4" destOrd="0" presId="urn:microsoft.com/office/officeart/2018/2/layout/IconVerticalSolidList"/>
    <dgm:cxn modelId="{6BC11F18-1543-47C7-B49A-1776BEA07A39}" type="presParOf" srcId="{56378E67-DC4B-4727-BF21-D29051BFC00D}" destId="{72319DD6-95D0-4B04-9558-8DBB04AB80B6}" srcOrd="1" destOrd="0" presId="urn:microsoft.com/office/officeart/2018/2/layout/IconVerticalSolidList"/>
    <dgm:cxn modelId="{22FEFA83-0828-478F-A353-741B8BEA1A02}" type="presParOf" srcId="{56378E67-DC4B-4727-BF21-D29051BFC00D}" destId="{8CED1831-291A-470D-ADD3-0564E3DC20CF}" srcOrd="2" destOrd="0" presId="urn:microsoft.com/office/officeart/2018/2/layout/IconVerticalSolidList"/>
    <dgm:cxn modelId="{B7448753-DF54-457B-BE52-15423B7DC5DB}" type="presParOf" srcId="{8CED1831-291A-470D-ADD3-0564E3DC20CF}" destId="{90F9F7D0-FB53-4684-B377-75924D099791}" srcOrd="0" destOrd="0" presId="urn:microsoft.com/office/officeart/2018/2/layout/IconVerticalSolidList"/>
    <dgm:cxn modelId="{3770BF5F-7FB3-48D4-BE97-1B94FF21C442}" type="presParOf" srcId="{8CED1831-291A-470D-ADD3-0564E3DC20CF}" destId="{BE91CDA3-1DE3-4D7F-8EC1-4B5E8330B483}" srcOrd="1" destOrd="0" presId="urn:microsoft.com/office/officeart/2018/2/layout/IconVerticalSolidList"/>
    <dgm:cxn modelId="{1C6DDAD9-B983-498A-A9D3-31712ED73E9C}" type="presParOf" srcId="{8CED1831-291A-470D-ADD3-0564E3DC20CF}" destId="{DEEDAAC4-36A7-46D8-BD7E-F005D76B6787}" srcOrd="2" destOrd="0" presId="urn:microsoft.com/office/officeart/2018/2/layout/IconVerticalSolidList"/>
    <dgm:cxn modelId="{71D38E7A-B0D8-40D2-A5BA-05AC3DBF4D52}" type="presParOf" srcId="{8CED1831-291A-470D-ADD3-0564E3DC20CF}" destId="{18674C65-24F7-4F4B-B523-F78051A98662}" srcOrd="3" destOrd="0" presId="urn:microsoft.com/office/officeart/2018/2/layout/IconVerticalSolidList"/>
    <dgm:cxn modelId="{03559714-D487-4560-B16E-651CB1B1EE01}" type="presParOf" srcId="{8CED1831-291A-470D-ADD3-0564E3DC20CF}" destId="{E29819CA-84DA-4121-B05C-2752BEBCC8BE}" srcOrd="4" destOrd="0" presId="urn:microsoft.com/office/officeart/2018/2/layout/IconVerticalSolidList"/>
    <dgm:cxn modelId="{743B198D-FC7C-4BDD-B308-BBFFC27F8BD1}" type="presParOf" srcId="{56378E67-DC4B-4727-BF21-D29051BFC00D}" destId="{D1D18FF4-6287-43CE-A367-B943782C13C7}" srcOrd="3" destOrd="0" presId="urn:microsoft.com/office/officeart/2018/2/layout/IconVerticalSolidList"/>
    <dgm:cxn modelId="{714055BA-A034-488B-B4B0-36C4E04B61DA}" type="presParOf" srcId="{56378E67-DC4B-4727-BF21-D29051BFC00D}" destId="{47AB4E53-3BB5-429B-B853-C9FD29803060}" srcOrd="4" destOrd="0" presId="urn:microsoft.com/office/officeart/2018/2/layout/IconVerticalSolidList"/>
    <dgm:cxn modelId="{884E69BF-434A-4CE7-B76D-AF12E57E7C59}" type="presParOf" srcId="{47AB4E53-3BB5-429B-B853-C9FD29803060}" destId="{F3902697-41E1-4878-A7BC-21480D0FB3A1}" srcOrd="0" destOrd="0" presId="urn:microsoft.com/office/officeart/2018/2/layout/IconVerticalSolidList"/>
    <dgm:cxn modelId="{FE8391C7-7F5D-41AB-9A29-81B6609C7CC3}" type="presParOf" srcId="{47AB4E53-3BB5-429B-B853-C9FD29803060}" destId="{E4289098-3C4C-42B2-B1FD-24E4EEDF7131}" srcOrd="1" destOrd="0" presId="urn:microsoft.com/office/officeart/2018/2/layout/IconVerticalSolidList"/>
    <dgm:cxn modelId="{120ABA58-B5C2-4DEE-9B31-511242443C8D}" type="presParOf" srcId="{47AB4E53-3BB5-429B-B853-C9FD29803060}" destId="{5A436838-CA5C-4621-B550-E9FEBC632DEB}" srcOrd="2" destOrd="0" presId="urn:microsoft.com/office/officeart/2018/2/layout/IconVerticalSolidList"/>
    <dgm:cxn modelId="{7DD7BCF8-CC7B-4057-9A59-B889710EC75A}" type="presParOf" srcId="{47AB4E53-3BB5-429B-B853-C9FD29803060}" destId="{EC105B01-5EB6-4FFD-A75A-54B5B0A8DC42}" srcOrd="3" destOrd="0" presId="urn:microsoft.com/office/officeart/2018/2/layout/IconVerticalSolidList"/>
    <dgm:cxn modelId="{CA7AAC00-5400-40ED-9DB0-FD18032B1316}" type="presParOf" srcId="{47AB4E53-3BB5-429B-B853-C9FD29803060}" destId="{81B021C9-C53A-4465-B22C-2306EF7A652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748F86-1AED-4771-864D-17A003C0F49A}" type="doc">
      <dgm:prSet loTypeId="urn:microsoft.com/office/officeart/2016/7/layout/HorizontalActionLis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C1C038-ED59-4192-A378-52398FA72A80}">
      <dgm:prSet/>
      <dgm:spPr/>
      <dgm:t>
        <a:bodyPr/>
        <a:lstStyle/>
        <a:p>
          <a:r>
            <a:rPr lang="en-US" b="1"/>
            <a:t>Expected Output</a:t>
          </a:r>
          <a:endParaRPr lang="en-US"/>
        </a:p>
      </dgm:t>
    </dgm:pt>
    <dgm:pt modelId="{12C3C683-E9EF-4CC4-832A-DA817505D294}" type="parTrans" cxnId="{7B1A27A6-6FFD-4D18-A2BD-2FDE8230BDF5}">
      <dgm:prSet/>
      <dgm:spPr/>
      <dgm:t>
        <a:bodyPr/>
        <a:lstStyle/>
        <a:p>
          <a:endParaRPr lang="en-US"/>
        </a:p>
      </dgm:t>
    </dgm:pt>
    <dgm:pt modelId="{E337E11A-8DDD-42DC-9DB1-CF5DCC21CA58}" type="sibTrans" cxnId="{7B1A27A6-6FFD-4D18-A2BD-2FDE8230BDF5}">
      <dgm:prSet/>
      <dgm:spPr/>
      <dgm:t>
        <a:bodyPr/>
        <a:lstStyle/>
        <a:p>
          <a:endParaRPr lang="en-US"/>
        </a:p>
      </dgm:t>
    </dgm:pt>
    <dgm:pt modelId="{62DFD7B7-A60E-4D4C-B3D2-5BEA933FAB06}">
      <dgm:prSet/>
      <dgm:spPr/>
      <dgm:t>
        <a:bodyPr/>
        <a:lstStyle/>
        <a:p>
          <a:r>
            <a:rPr lang="en-US"/>
            <a:t>Real-time or batch counts of visible players per team </a:t>
          </a:r>
        </a:p>
      </dgm:t>
    </dgm:pt>
    <dgm:pt modelId="{060BCFEF-63F3-4751-9C67-7E30A3E24F49}" type="parTrans" cxnId="{9F1DAEAC-12B1-448F-B2CE-DEE5D8B633B6}">
      <dgm:prSet/>
      <dgm:spPr/>
      <dgm:t>
        <a:bodyPr/>
        <a:lstStyle/>
        <a:p>
          <a:endParaRPr lang="en-US"/>
        </a:p>
      </dgm:t>
    </dgm:pt>
    <dgm:pt modelId="{EA6A26E5-6A10-4974-B06C-A2F8588C22CF}" type="sibTrans" cxnId="{9F1DAEAC-12B1-448F-B2CE-DEE5D8B633B6}">
      <dgm:prSet/>
      <dgm:spPr/>
      <dgm:t>
        <a:bodyPr/>
        <a:lstStyle/>
        <a:p>
          <a:endParaRPr lang="en-US"/>
        </a:p>
      </dgm:t>
    </dgm:pt>
    <dgm:pt modelId="{E1280B3E-5F29-4DFF-B8A7-4A88F321A5FE}">
      <dgm:prSet/>
      <dgm:spPr/>
      <dgm:t>
        <a:bodyPr/>
        <a:lstStyle/>
        <a:p>
          <a:r>
            <a:rPr lang="en-US"/>
            <a:t>Example: </a:t>
          </a:r>
        </a:p>
      </dgm:t>
    </dgm:pt>
    <dgm:pt modelId="{F2BC8A8B-3E0D-4109-828C-A4C174E6F474}" type="parTrans" cxnId="{6A4F5657-FE83-496C-9FF2-E894A40B3540}">
      <dgm:prSet/>
      <dgm:spPr/>
      <dgm:t>
        <a:bodyPr/>
        <a:lstStyle/>
        <a:p>
          <a:endParaRPr lang="en-US"/>
        </a:p>
      </dgm:t>
    </dgm:pt>
    <dgm:pt modelId="{AC72C4B8-0A04-4BE9-8A64-4FB77D618566}" type="sibTrans" cxnId="{6A4F5657-FE83-496C-9FF2-E894A40B3540}">
      <dgm:prSet/>
      <dgm:spPr/>
      <dgm:t>
        <a:bodyPr/>
        <a:lstStyle/>
        <a:p>
          <a:endParaRPr lang="en-US"/>
        </a:p>
      </dgm:t>
    </dgm:pt>
    <dgm:pt modelId="{436AC5E8-F585-4239-BC63-3F8A42379506}">
      <dgm:prSet/>
      <dgm:spPr/>
      <dgm:t>
        <a:bodyPr/>
        <a:lstStyle/>
        <a:p>
          <a:r>
            <a:rPr lang="en-US"/>
            <a:t>Team A: 6 players </a:t>
          </a:r>
        </a:p>
      </dgm:t>
    </dgm:pt>
    <dgm:pt modelId="{D651B998-F0F7-4C49-91DB-DC3A2B2EE2C2}" type="parTrans" cxnId="{DE6DB4D0-23AE-4E9C-9FBF-A0DC8CCA1ABC}">
      <dgm:prSet/>
      <dgm:spPr/>
      <dgm:t>
        <a:bodyPr/>
        <a:lstStyle/>
        <a:p>
          <a:endParaRPr lang="en-US"/>
        </a:p>
      </dgm:t>
    </dgm:pt>
    <dgm:pt modelId="{881C3604-8946-41A5-BD10-F10FE90CF256}" type="sibTrans" cxnId="{DE6DB4D0-23AE-4E9C-9FBF-A0DC8CCA1ABC}">
      <dgm:prSet/>
      <dgm:spPr/>
      <dgm:t>
        <a:bodyPr/>
        <a:lstStyle/>
        <a:p>
          <a:endParaRPr lang="en-US"/>
        </a:p>
      </dgm:t>
    </dgm:pt>
    <dgm:pt modelId="{E518F1D6-0E89-456F-B59B-55EF33EE7C2F}">
      <dgm:prSet/>
      <dgm:spPr/>
      <dgm:t>
        <a:bodyPr/>
        <a:lstStyle/>
        <a:p>
          <a:r>
            <a:rPr lang="en-US"/>
            <a:t>Team B: 5 players</a:t>
          </a:r>
        </a:p>
      </dgm:t>
    </dgm:pt>
    <dgm:pt modelId="{D5B63930-EDE8-479B-958E-D4A120AD7ADB}" type="parTrans" cxnId="{82111CAD-186B-4768-819E-02D03CA55A18}">
      <dgm:prSet/>
      <dgm:spPr/>
      <dgm:t>
        <a:bodyPr/>
        <a:lstStyle/>
        <a:p>
          <a:endParaRPr lang="en-US"/>
        </a:p>
      </dgm:t>
    </dgm:pt>
    <dgm:pt modelId="{87A1984F-32C6-4586-B8E4-138664451BE2}" type="sibTrans" cxnId="{82111CAD-186B-4768-819E-02D03CA55A18}">
      <dgm:prSet/>
      <dgm:spPr/>
      <dgm:t>
        <a:bodyPr/>
        <a:lstStyle/>
        <a:p>
          <a:endParaRPr lang="en-US"/>
        </a:p>
      </dgm:t>
    </dgm:pt>
    <dgm:pt modelId="{FD0FA095-5492-4DB7-85AF-F1E4E6C1E6F8}">
      <dgm:prSet/>
      <dgm:spPr/>
      <dgm:t>
        <a:bodyPr/>
        <a:lstStyle/>
        <a:p>
          <a:r>
            <a:rPr lang="en-US" b="1"/>
            <a:t>Insights</a:t>
          </a:r>
          <a:endParaRPr lang="en-US"/>
        </a:p>
      </dgm:t>
    </dgm:pt>
    <dgm:pt modelId="{ABEB8F96-D0C4-42AC-AF1E-45EB0061A5F1}" type="parTrans" cxnId="{618E40CE-080B-4A70-91C6-C3500297E035}">
      <dgm:prSet/>
      <dgm:spPr/>
      <dgm:t>
        <a:bodyPr/>
        <a:lstStyle/>
        <a:p>
          <a:endParaRPr lang="en-US"/>
        </a:p>
      </dgm:t>
    </dgm:pt>
    <dgm:pt modelId="{0259468A-A4D8-4924-9603-C4B4A8ED269D}" type="sibTrans" cxnId="{618E40CE-080B-4A70-91C6-C3500297E035}">
      <dgm:prSet/>
      <dgm:spPr/>
      <dgm:t>
        <a:bodyPr/>
        <a:lstStyle/>
        <a:p>
          <a:endParaRPr lang="en-US"/>
        </a:p>
      </dgm:t>
    </dgm:pt>
    <dgm:pt modelId="{C83A171A-079C-41B7-B038-5D398864A392}">
      <dgm:prSet/>
      <dgm:spPr/>
      <dgm:t>
        <a:bodyPr/>
        <a:lstStyle/>
        <a:p>
          <a:r>
            <a:rPr lang="en-US"/>
            <a:t>Enables quick understanding of player distribution on screen </a:t>
          </a:r>
        </a:p>
      </dgm:t>
    </dgm:pt>
    <dgm:pt modelId="{C0973302-D7B1-499E-AD83-1AB33BE7BAE8}" type="parTrans" cxnId="{62430E90-A894-47D7-86FD-6674B2889C3F}">
      <dgm:prSet/>
      <dgm:spPr/>
      <dgm:t>
        <a:bodyPr/>
        <a:lstStyle/>
        <a:p>
          <a:endParaRPr lang="en-US"/>
        </a:p>
      </dgm:t>
    </dgm:pt>
    <dgm:pt modelId="{E53A7DBA-45CB-419B-90FE-71C9F1A47032}" type="sibTrans" cxnId="{62430E90-A894-47D7-86FD-6674B2889C3F}">
      <dgm:prSet/>
      <dgm:spPr/>
      <dgm:t>
        <a:bodyPr/>
        <a:lstStyle/>
        <a:p>
          <a:endParaRPr lang="en-US"/>
        </a:p>
      </dgm:t>
    </dgm:pt>
    <dgm:pt modelId="{AF8CC8EC-AD45-4EE7-8843-3A9AE2FC6454}">
      <dgm:prSet/>
      <dgm:spPr/>
      <dgm:t>
        <a:bodyPr/>
        <a:lstStyle/>
        <a:p>
          <a:r>
            <a:rPr lang="en-US"/>
            <a:t>Can support further analytics (e.g. formations, coverage) </a:t>
          </a:r>
        </a:p>
      </dgm:t>
    </dgm:pt>
    <dgm:pt modelId="{B4044C63-57D0-439C-B98F-C3C7D81E00B4}" type="parTrans" cxnId="{D32A7612-A4EA-4483-8D24-E86C38F22524}">
      <dgm:prSet/>
      <dgm:spPr/>
      <dgm:t>
        <a:bodyPr/>
        <a:lstStyle/>
        <a:p>
          <a:endParaRPr lang="en-US"/>
        </a:p>
      </dgm:t>
    </dgm:pt>
    <dgm:pt modelId="{0EF50647-DEBF-454D-8DC0-E65E1D92F226}" type="sibTrans" cxnId="{D32A7612-A4EA-4483-8D24-E86C38F22524}">
      <dgm:prSet/>
      <dgm:spPr/>
      <dgm:t>
        <a:bodyPr/>
        <a:lstStyle/>
        <a:p>
          <a:endParaRPr lang="en-US"/>
        </a:p>
      </dgm:t>
    </dgm:pt>
    <dgm:pt modelId="{618318BF-892E-4D9A-9ACE-E9D3B0BCC89B}">
      <dgm:prSet/>
      <dgm:spPr/>
      <dgm:t>
        <a:bodyPr/>
        <a:lstStyle/>
        <a:p>
          <a:r>
            <a:rPr lang="en-US"/>
            <a:t>Works without predefined team labels</a:t>
          </a:r>
        </a:p>
      </dgm:t>
    </dgm:pt>
    <dgm:pt modelId="{C735CCE5-F505-40AB-9E6F-E427D510000E}" type="parTrans" cxnId="{96E316FC-E3E0-4A5A-BF71-DF5C819A9BD3}">
      <dgm:prSet/>
      <dgm:spPr/>
      <dgm:t>
        <a:bodyPr/>
        <a:lstStyle/>
        <a:p>
          <a:endParaRPr lang="en-US"/>
        </a:p>
      </dgm:t>
    </dgm:pt>
    <dgm:pt modelId="{B2CB7804-B125-4657-A3B4-BF643213F7C7}" type="sibTrans" cxnId="{96E316FC-E3E0-4A5A-BF71-DF5C819A9BD3}">
      <dgm:prSet/>
      <dgm:spPr/>
      <dgm:t>
        <a:bodyPr/>
        <a:lstStyle/>
        <a:p>
          <a:endParaRPr lang="en-US"/>
        </a:p>
      </dgm:t>
    </dgm:pt>
    <dgm:pt modelId="{B33D83A0-3A22-4948-9D40-444C358990FA}">
      <dgm:prSet/>
      <dgm:spPr/>
      <dgm:t>
        <a:bodyPr/>
        <a:lstStyle/>
        <a:p>
          <a:r>
            <a:rPr lang="en-US" b="1"/>
            <a:t>Limitations </a:t>
          </a:r>
          <a:endParaRPr lang="en-US"/>
        </a:p>
      </dgm:t>
    </dgm:pt>
    <dgm:pt modelId="{0E9EA80E-A23E-4042-B81F-064481E227A7}" type="parTrans" cxnId="{0C9F47A1-41EF-46CB-9B4F-E7FEF1879099}">
      <dgm:prSet/>
      <dgm:spPr/>
      <dgm:t>
        <a:bodyPr/>
        <a:lstStyle/>
        <a:p>
          <a:endParaRPr lang="en-US"/>
        </a:p>
      </dgm:t>
    </dgm:pt>
    <dgm:pt modelId="{D23AED78-E85D-493E-B368-C2DC243C86EC}" type="sibTrans" cxnId="{0C9F47A1-41EF-46CB-9B4F-E7FEF1879099}">
      <dgm:prSet/>
      <dgm:spPr/>
      <dgm:t>
        <a:bodyPr/>
        <a:lstStyle/>
        <a:p>
          <a:endParaRPr lang="en-US"/>
        </a:p>
      </dgm:t>
    </dgm:pt>
    <dgm:pt modelId="{1FA5CE00-AF26-4442-8E61-330A60FEDBA6}">
      <dgm:prSet/>
      <dgm:spPr/>
      <dgm:t>
        <a:bodyPr/>
        <a:lstStyle/>
        <a:p>
          <a:r>
            <a:rPr lang="en-US"/>
            <a:t>Sensitive to lighting and color variations </a:t>
          </a:r>
        </a:p>
      </dgm:t>
    </dgm:pt>
    <dgm:pt modelId="{28B56D38-DA6F-4969-8F8D-9D0F574BEEDD}" type="parTrans" cxnId="{AE254F78-A8B0-483B-8259-E65AFB12C019}">
      <dgm:prSet/>
      <dgm:spPr/>
      <dgm:t>
        <a:bodyPr/>
        <a:lstStyle/>
        <a:p>
          <a:endParaRPr lang="en-US"/>
        </a:p>
      </dgm:t>
    </dgm:pt>
    <dgm:pt modelId="{C076F04C-E4B1-4AA0-9E72-43AEF8C0D471}" type="sibTrans" cxnId="{AE254F78-A8B0-483B-8259-E65AFB12C019}">
      <dgm:prSet/>
      <dgm:spPr/>
      <dgm:t>
        <a:bodyPr/>
        <a:lstStyle/>
        <a:p>
          <a:endParaRPr lang="en-US"/>
        </a:p>
      </dgm:t>
    </dgm:pt>
    <dgm:pt modelId="{CCC87D6E-40D4-4EF1-8F06-207B69E073A2}">
      <dgm:prSet/>
      <dgm:spPr/>
      <dgm:t>
        <a:bodyPr/>
        <a:lstStyle/>
        <a:p>
          <a:r>
            <a:rPr lang="en-US"/>
            <a:t>Difficult cases: </a:t>
          </a:r>
        </a:p>
      </dgm:t>
    </dgm:pt>
    <dgm:pt modelId="{BEE97D35-F4A2-4078-8536-9A5BA82ACC32}" type="parTrans" cxnId="{3AACF679-5678-462B-B165-4130922951CD}">
      <dgm:prSet/>
      <dgm:spPr/>
      <dgm:t>
        <a:bodyPr/>
        <a:lstStyle/>
        <a:p>
          <a:endParaRPr lang="en-US"/>
        </a:p>
      </dgm:t>
    </dgm:pt>
    <dgm:pt modelId="{91BA8ED0-5A10-435A-99FB-4BA22AC6E30C}" type="sibTrans" cxnId="{3AACF679-5678-462B-B165-4130922951CD}">
      <dgm:prSet/>
      <dgm:spPr/>
      <dgm:t>
        <a:bodyPr/>
        <a:lstStyle/>
        <a:p>
          <a:endParaRPr lang="en-US"/>
        </a:p>
      </dgm:t>
    </dgm:pt>
    <dgm:pt modelId="{20022A8E-36E9-4A31-AE61-CC0EAA2363B6}">
      <dgm:prSet/>
      <dgm:spPr/>
      <dgm:t>
        <a:bodyPr/>
        <a:lstStyle/>
        <a:p>
          <a:r>
            <a:rPr lang="en-US"/>
            <a:t>overlapping players </a:t>
          </a:r>
        </a:p>
      </dgm:t>
    </dgm:pt>
    <dgm:pt modelId="{ECAFE490-BD1C-46A0-8B0F-A1F8362B4F7A}" type="parTrans" cxnId="{4351093D-C5A2-462F-B879-524F8FF2A91A}">
      <dgm:prSet/>
      <dgm:spPr/>
      <dgm:t>
        <a:bodyPr/>
        <a:lstStyle/>
        <a:p>
          <a:endParaRPr lang="en-US"/>
        </a:p>
      </dgm:t>
    </dgm:pt>
    <dgm:pt modelId="{DB91D45E-4C16-4B1F-940A-16298A2BB089}" type="sibTrans" cxnId="{4351093D-C5A2-462F-B879-524F8FF2A91A}">
      <dgm:prSet/>
      <dgm:spPr/>
      <dgm:t>
        <a:bodyPr/>
        <a:lstStyle/>
        <a:p>
          <a:endParaRPr lang="en-US"/>
        </a:p>
      </dgm:t>
    </dgm:pt>
    <dgm:pt modelId="{2EF34B79-B9A8-41FF-B4F8-6EFD8459641F}">
      <dgm:prSet/>
      <dgm:spPr/>
      <dgm:t>
        <a:bodyPr/>
        <a:lstStyle/>
        <a:p>
          <a:r>
            <a:rPr lang="en-US"/>
            <a:t>similar jersey colors </a:t>
          </a:r>
        </a:p>
      </dgm:t>
    </dgm:pt>
    <dgm:pt modelId="{DC8F48E8-4578-4DD9-86DF-FE83C69B8B1B}" type="parTrans" cxnId="{1AAE1D8D-5309-4B78-BADA-15F13B2137B8}">
      <dgm:prSet/>
      <dgm:spPr/>
      <dgm:t>
        <a:bodyPr/>
        <a:lstStyle/>
        <a:p>
          <a:endParaRPr lang="en-US"/>
        </a:p>
      </dgm:t>
    </dgm:pt>
    <dgm:pt modelId="{BCF45296-A904-42FE-A3B3-E60953F61810}" type="sibTrans" cxnId="{1AAE1D8D-5309-4B78-BADA-15F13B2137B8}">
      <dgm:prSet/>
      <dgm:spPr/>
      <dgm:t>
        <a:bodyPr/>
        <a:lstStyle/>
        <a:p>
          <a:endParaRPr lang="en-US"/>
        </a:p>
      </dgm:t>
    </dgm:pt>
    <dgm:pt modelId="{1E4DB978-8095-4F39-B3F5-196BA737A858}">
      <dgm:prSet/>
      <dgm:spPr/>
      <dgm:t>
        <a:bodyPr/>
        <a:lstStyle/>
        <a:p>
          <a:r>
            <a:rPr lang="en-US"/>
            <a:t>Goalkeeper and referee detection requires additional logic</a:t>
          </a:r>
        </a:p>
      </dgm:t>
    </dgm:pt>
    <dgm:pt modelId="{70C87D33-87C2-4E0E-9613-5C4BDFE4B7A7}" type="parTrans" cxnId="{216E1C84-F026-4D63-A195-D087F04EF512}">
      <dgm:prSet/>
      <dgm:spPr/>
      <dgm:t>
        <a:bodyPr/>
        <a:lstStyle/>
        <a:p>
          <a:endParaRPr lang="en-US"/>
        </a:p>
      </dgm:t>
    </dgm:pt>
    <dgm:pt modelId="{2A74E90C-E5B4-4947-A1CD-56D974BCFBDA}" type="sibTrans" cxnId="{216E1C84-F026-4D63-A195-D087F04EF512}">
      <dgm:prSet/>
      <dgm:spPr/>
      <dgm:t>
        <a:bodyPr/>
        <a:lstStyle/>
        <a:p>
          <a:endParaRPr lang="en-US"/>
        </a:p>
      </dgm:t>
    </dgm:pt>
    <dgm:pt modelId="{03E7A72A-5719-413B-A3A1-5E45CD38B782}" type="pres">
      <dgm:prSet presAssocID="{90748F86-1AED-4771-864D-17A003C0F49A}" presName="Name0" presStyleCnt="0">
        <dgm:presLayoutVars>
          <dgm:dir/>
          <dgm:animLvl val="lvl"/>
          <dgm:resizeHandles val="exact"/>
        </dgm:presLayoutVars>
      </dgm:prSet>
      <dgm:spPr/>
    </dgm:pt>
    <dgm:pt modelId="{4F0114B2-CE49-40D1-A56F-3BB98BAA1544}" type="pres">
      <dgm:prSet presAssocID="{FDC1C038-ED59-4192-A378-52398FA72A80}" presName="composite" presStyleCnt="0"/>
      <dgm:spPr/>
    </dgm:pt>
    <dgm:pt modelId="{06F6EFDE-1495-4C35-B785-252B45874B0D}" type="pres">
      <dgm:prSet presAssocID="{FDC1C038-ED59-4192-A378-52398FA72A80}" presName="parTx" presStyleLbl="alignNode1" presStyleIdx="0" presStyleCnt="3">
        <dgm:presLayoutVars>
          <dgm:chMax val="0"/>
          <dgm:chPref val="0"/>
        </dgm:presLayoutVars>
      </dgm:prSet>
      <dgm:spPr/>
    </dgm:pt>
    <dgm:pt modelId="{E1869018-3ADC-481E-89AF-37E24C8F385A}" type="pres">
      <dgm:prSet presAssocID="{FDC1C038-ED59-4192-A378-52398FA72A80}" presName="desTx" presStyleLbl="alignAccFollowNode1" presStyleIdx="0" presStyleCnt="3">
        <dgm:presLayoutVars/>
      </dgm:prSet>
      <dgm:spPr/>
    </dgm:pt>
    <dgm:pt modelId="{A5E2E93C-272D-45EE-A564-0BE5E10D8330}" type="pres">
      <dgm:prSet presAssocID="{E337E11A-8DDD-42DC-9DB1-CF5DCC21CA58}" presName="space" presStyleCnt="0"/>
      <dgm:spPr/>
    </dgm:pt>
    <dgm:pt modelId="{FDF8728E-2794-468A-814F-F63B0C60D65B}" type="pres">
      <dgm:prSet presAssocID="{FD0FA095-5492-4DB7-85AF-F1E4E6C1E6F8}" presName="composite" presStyleCnt="0"/>
      <dgm:spPr/>
    </dgm:pt>
    <dgm:pt modelId="{FB2E7CF8-5CB2-4A45-8602-6934C7F52792}" type="pres">
      <dgm:prSet presAssocID="{FD0FA095-5492-4DB7-85AF-F1E4E6C1E6F8}" presName="parTx" presStyleLbl="alignNode1" presStyleIdx="1" presStyleCnt="3">
        <dgm:presLayoutVars>
          <dgm:chMax val="0"/>
          <dgm:chPref val="0"/>
        </dgm:presLayoutVars>
      </dgm:prSet>
      <dgm:spPr/>
    </dgm:pt>
    <dgm:pt modelId="{3F9A4554-6A98-4E3C-B629-19F987EEFF2B}" type="pres">
      <dgm:prSet presAssocID="{FD0FA095-5492-4DB7-85AF-F1E4E6C1E6F8}" presName="desTx" presStyleLbl="alignAccFollowNode1" presStyleIdx="1" presStyleCnt="3">
        <dgm:presLayoutVars/>
      </dgm:prSet>
      <dgm:spPr/>
    </dgm:pt>
    <dgm:pt modelId="{2DBE6243-E665-4A7C-AB5A-7CC1485278E8}" type="pres">
      <dgm:prSet presAssocID="{0259468A-A4D8-4924-9603-C4B4A8ED269D}" presName="space" presStyleCnt="0"/>
      <dgm:spPr/>
    </dgm:pt>
    <dgm:pt modelId="{C4D197AC-E401-46F7-AF9C-F6EEBF6B9FA0}" type="pres">
      <dgm:prSet presAssocID="{B33D83A0-3A22-4948-9D40-444C358990FA}" presName="composite" presStyleCnt="0"/>
      <dgm:spPr/>
    </dgm:pt>
    <dgm:pt modelId="{5CBBEF28-004C-4350-8368-33C35A445959}" type="pres">
      <dgm:prSet presAssocID="{B33D83A0-3A22-4948-9D40-444C358990FA}" presName="parTx" presStyleLbl="alignNode1" presStyleIdx="2" presStyleCnt="3">
        <dgm:presLayoutVars>
          <dgm:chMax val="0"/>
          <dgm:chPref val="0"/>
        </dgm:presLayoutVars>
      </dgm:prSet>
      <dgm:spPr/>
    </dgm:pt>
    <dgm:pt modelId="{1A0A58C7-00A1-4C10-9852-5AADD987E774}" type="pres">
      <dgm:prSet presAssocID="{B33D83A0-3A22-4948-9D40-444C358990FA}" presName="desTx" presStyleLbl="alignAccFollowNode1" presStyleIdx="2" presStyleCnt="3">
        <dgm:presLayoutVars/>
      </dgm:prSet>
      <dgm:spPr/>
    </dgm:pt>
  </dgm:ptLst>
  <dgm:cxnLst>
    <dgm:cxn modelId="{D32A7612-A4EA-4483-8D24-E86C38F22524}" srcId="{FD0FA095-5492-4DB7-85AF-F1E4E6C1E6F8}" destId="{AF8CC8EC-AD45-4EE7-8843-3A9AE2FC6454}" srcOrd="1" destOrd="0" parTransId="{B4044C63-57D0-439C-B98F-C3C7D81E00B4}" sibTransId="{0EF50647-DEBF-454D-8DC0-E65E1D92F226}"/>
    <dgm:cxn modelId="{694E7214-14B4-49F1-A72C-B4B4904D41ED}" type="presOf" srcId="{1FA5CE00-AF26-4442-8E61-330A60FEDBA6}" destId="{1A0A58C7-00A1-4C10-9852-5AADD987E774}" srcOrd="0" destOrd="0" presId="urn:microsoft.com/office/officeart/2016/7/layout/HorizontalActionList"/>
    <dgm:cxn modelId="{CD3ADB18-A7A0-4971-8124-78A7E3A8CFB9}" type="presOf" srcId="{2EF34B79-B9A8-41FF-B4F8-6EFD8459641F}" destId="{1A0A58C7-00A1-4C10-9852-5AADD987E774}" srcOrd="0" destOrd="3" presId="urn:microsoft.com/office/officeart/2016/7/layout/HorizontalActionList"/>
    <dgm:cxn modelId="{4351093D-C5A2-462F-B879-524F8FF2A91A}" srcId="{CCC87D6E-40D4-4EF1-8F06-207B69E073A2}" destId="{20022A8E-36E9-4A31-AE61-CC0EAA2363B6}" srcOrd="0" destOrd="0" parTransId="{ECAFE490-BD1C-46A0-8B0F-A1F8362B4F7A}" sibTransId="{DB91D45E-4C16-4B1F-940A-16298A2BB089}"/>
    <dgm:cxn modelId="{83720151-37E7-4BAD-AE22-877813CFADC8}" type="presOf" srcId="{618318BF-892E-4D9A-9ACE-E9D3B0BCC89B}" destId="{3F9A4554-6A98-4E3C-B629-19F987EEFF2B}" srcOrd="0" destOrd="2" presId="urn:microsoft.com/office/officeart/2016/7/layout/HorizontalActionList"/>
    <dgm:cxn modelId="{4920E271-1492-44FA-8EB6-E960231DF99D}" type="presOf" srcId="{C83A171A-079C-41B7-B038-5D398864A392}" destId="{3F9A4554-6A98-4E3C-B629-19F987EEFF2B}" srcOrd="0" destOrd="0" presId="urn:microsoft.com/office/officeart/2016/7/layout/HorizontalActionList"/>
    <dgm:cxn modelId="{2F29BF52-6570-46E7-88C3-B8B30B95A353}" type="presOf" srcId="{AF8CC8EC-AD45-4EE7-8843-3A9AE2FC6454}" destId="{3F9A4554-6A98-4E3C-B629-19F987EEFF2B}" srcOrd="0" destOrd="1" presId="urn:microsoft.com/office/officeart/2016/7/layout/HorizontalActionList"/>
    <dgm:cxn modelId="{6A4F5657-FE83-496C-9FF2-E894A40B3540}" srcId="{62DFD7B7-A60E-4D4C-B3D2-5BEA933FAB06}" destId="{E1280B3E-5F29-4DFF-B8A7-4A88F321A5FE}" srcOrd="0" destOrd="0" parTransId="{F2BC8A8B-3E0D-4109-828C-A4C174E6F474}" sibTransId="{AC72C4B8-0A04-4BE9-8A64-4FB77D618566}"/>
    <dgm:cxn modelId="{AE254F78-A8B0-483B-8259-E65AFB12C019}" srcId="{B33D83A0-3A22-4948-9D40-444C358990FA}" destId="{1FA5CE00-AF26-4442-8E61-330A60FEDBA6}" srcOrd="0" destOrd="0" parTransId="{28B56D38-DA6F-4969-8F8D-9D0F574BEEDD}" sibTransId="{C076F04C-E4B1-4AA0-9E72-43AEF8C0D471}"/>
    <dgm:cxn modelId="{8158FC58-8BFB-4E0F-93CC-0811E4FD7AFD}" type="presOf" srcId="{20022A8E-36E9-4A31-AE61-CC0EAA2363B6}" destId="{1A0A58C7-00A1-4C10-9852-5AADD987E774}" srcOrd="0" destOrd="2" presId="urn:microsoft.com/office/officeart/2016/7/layout/HorizontalActionList"/>
    <dgm:cxn modelId="{3AACF679-5678-462B-B165-4130922951CD}" srcId="{B33D83A0-3A22-4948-9D40-444C358990FA}" destId="{CCC87D6E-40D4-4EF1-8F06-207B69E073A2}" srcOrd="1" destOrd="0" parTransId="{BEE97D35-F4A2-4078-8536-9A5BA82ACC32}" sibTransId="{91BA8ED0-5A10-435A-99FB-4BA22AC6E30C}"/>
    <dgm:cxn modelId="{216E1C84-F026-4D63-A195-D087F04EF512}" srcId="{B33D83A0-3A22-4948-9D40-444C358990FA}" destId="{1E4DB978-8095-4F39-B3F5-196BA737A858}" srcOrd="2" destOrd="0" parTransId="{70C87D33-87C2-4E0E-9613-5C4BDFE4B7A7}" sibTransId="{2A74E90C-E5B4-4947-A1CD-56D974BCFBDA}"/>
    <dgm:cxn modelId="{1AAE1D8D-5309-4B78-BADA-15F13B2137B8}" srcId="{CCC87D6E-40D4-4EF1-8F06-207B69E073A2}" destId="{2EF34B79-B9A8-41FF-B4F8-6EFD8459641F}" srcOrd="1" destOrd="0" parTransId="{DC8F48E8-4578-4DD9-86DF-FE83C69B8B1B}" sibTransId="{BCF45296-A904-42FE-A3B3-E60953F61810}"/>
    <dgm:cxn modelId="{62430E90-A894-47D7-86FD-6674B2889C3F}" srcId="{FD0FA095-5492-4DB7-85AF-F1E4E6C1E6F8}" destId="{C83A171A-079C-41B7-B038-5D398864A392}" srcOrd="0" destOrd="0" parTransId="{C0973302-D7B1-499E-AD83-1AB33BE7BAE8}" sibTransId="{E53A7DBA-45CB-419B-90FE-71C9F1A47032}"/>
    <dgm:cxn modelId="{7C13BA94-117D-4A49-9D43-11E2C21E84D0}" type="presOf" srcId="{CCC87D6E-40D4-4EF1-8F06-207B69E073A2}" destId="{1A0A58C7-00A1-4C10-9852-5AADD987E774}" srcOrd="0" destOrd="1" presId="urn:microsoft.com/office/officeart/2016/7/layout/HorizontalActionList"/>
    <dgm:cxn modelId="{4899B99E-EC6B-4138-A0B0-EA06DBF54AB5}" type="presOf" srcId="{436AC5E8-F585-4239-BC63-3F8A42379506}" destId="{E1869018-3ADC-481E-89AF-37E24C8F385A}" srcOrd="0" destOrd="2" presId="urn:microsoft.com/office/officeart/2016/7/layout/HorizontalActionList"/>
    <dgm:cxn modelId="{0C9F47A1-41EF-46CB-9B4F-E7FEF1879099}" srcId="{90748F86-1AED-4771-864D-17A003C0F49A}" destId="{B33D83A0-3A22-4948-9D40-444C358990FA}" srcOrd="2" destOrd="0" parTransId="{0E9EA80E-A23E-4042-B81F-064481E227A7}" sibTransId="{D23AED78-E85D-493E-B368-C2DC243C86EC}"/>
    <dgm:cxn modelId="{ED45A2A2-FE23-4093-9759-BB6A56E140B9}" type="presOf" srcId="{1E4DB978-8095-4F39-B3F5-196BA737A858}" destId="{1A0A58C7-00A1-4C10-9852-5AADD987E774}" srcOrd="0" destOrd="4" presId="urn:microsoft.com/office/officeart/2016/7/layout/HorizontalActionList"/>
    <dgm:cxn modelId="{54C7BDA3-6D58-45C1-8F75-028575351208}" type="presOf" srcId="{62DFD7B7-A60E-4D4C-B3D2-5BEA933FAB06}" destId="{E1869018-3ADC-481E-89AF-37E24C8F385A}" srcOrd="0" destOrd="0" presId="urn:microsoft.com/office/officeart/2016/7/layout/HorizontalActionList"/>
    <dgm:cxn modelId="{7B1A27A6-6FFD-4D18-A2BD-2FDE8230BDF5}" srcId="{90748F86-1AED-4771-864D-17A003C0F49A}" destId="{FDC1C038-ED59-4192-A378-52398FA72A80}" srcOrd="0" destOrd="0" parTransId="{12C3C683-E9EF-4CC4-832A-DA817505D294}" sibTransId="{E337E11A-8DDD-42DC-9DB1-CF5DCC21CA58}"/>
    <dgm:cxn modelId="{78DF9BAC-E12D-47BF-9873-D6805B8E34B5}" type="presOf" srcId="{B33D83A0-3A22-4948-9D40-444C358990FA}" destId="{5CBBEF28-004C-4350-8368-33C35A445959}" srcOrd="0" destOrd="0" presId="urn:microsoft.com/office/officeart/2016/7/layout/HorizontalActionList"/>
    <dgm:cxn modelId="{9F1DAEAC-12B1-448F-B2CE-DEE5D8B633B6}" srcId="{FDC1C038-ED59-4192-A378-52398FA72A80}" destId="{62DFD7B7-A60E-4D4C-B3D2-5BEA933FAB06}" srcOrd="0" destOrd="0" parTransId="{060BCFEF-63F3-4751-9C67-7E30A3E24F49}" sibTransId="{EA6A26E5-6A10-4974-B06C-A2F8588C22CF}"/>
    <dgm:cxn modelId="{82111CAD-186B-4768-819E-02D03CA55A18}" srcId="{62DFD7B7-A60E-4D4C-B3D2-5BEA933FAB06}" destId="{E518F1D6-0E89-456F-B59B-55EF33EE7C2F}" srcOrd="2" destOrd="0" parTransId="{D5B63930-EDE8-479B-958E-D4A120AD7ADB}" sibTransId="{87A1984F-32C6-4586-B8E4-138664451BE2}"/>
    <dgm:cxn modelId="{618E40CE-080B-4A70-91C6-C3500297E035}" srcId="{90748F86-1AED-4771-864D-17A003C0F49A}" destId="{FD0FA095-5492-4DB7-85AF-F1E4E6C1E6F8}" srcOrd="1" destOrd="0" parTransId="{ABEB8F96-D0C4-42AC-AF1E-45EB0061A5F1}" sibTransId="{0259468A-A4D8-4924-9603-C4B4A8ED269D}"/>
    <dgm:cxn modelId="{DE6DB4D0-23AE-4E9C-9FBF-A0DC8CCA1ABC}" srcId="{62DFD7B7-A60E-4D4C-B3D2-5BEA933FAB06}" destId="{436AC5E8-F585-4239-BC63-3F8A42379506}" srcOrd="1" destOrd="0" parTransId="{D651B998-F0F7-4C49-91DB-DC3A2B2EE2C2}" sibTransId="{881C3604-8946-41A5-BD10-F10FE90CF256}"/>
    <dgm:cxn modelId="{E88FFCD7-3CEF-4CEF-8A65-AE777D651826}" type="presOf" srcId="{E518F1D6-0E89-456F-B59B-55EF33EE7C2F}" destId="{E1869018-3ADC-481E-89AF-37E24C8F385A}" srcOrd="0" destOrd="3" presId="urn:microsoft.com/office/officeart/2016/7/layout/HorizontalActionList"/>
    <dgm:cxn modelId="{AA8E3ADD-BB6E-4568-840E-141CDCEB645A}" type="presOf" srcId="{E1280B3E-5F29-4DFF-B8A7-4A88F321A5FE}" destId="{E1869018-3ADC-481E-89AF-37E24C8F385A}" srcOrd="0" destOrd="1" presId="urn:microsoft.com/office/officeart/2016/7/layout/HorizontalActionList"/>
    <dgm:cxn modelId="{3E1493E3-0A4D-4BBA-9474-DD3CD2756BA1}" type="presOf" srcId="{FD0FA095-5492-4DB7-85AF-F1E4E6C1E6F8}" destId="{FB2E7CF8-5CB2-4A45-8602-6934C7F52792}" srcOrd="0" destOrd="0" presId="urn:microsoft.com/office/officeart/2016/7/layout/HorizontalActionList"/>
    <dgm:cxn modelId="{706F85EF-896D-4F1F-98F6-7BD2AFD7C8C7}" type="presOf" srcId="{FDC1C038-ED59-4192-A378-52398FA72A80}" destId="{06F6EFDE-1495-4C35-B785-252B45874B0D}" srcOrd="0" destOrd="0" presId="urn:microsoft.com/office/officeart/2016/7/layout/HorizontalActionList"/>
    <dgm:cxn modelId="{EC7EC9F9-43F2-48F4-BC38-3006B1FC8B58}" type="presOf" srcId="{90748F86-1AED-4771-864D-17A003C0F49A}" destId="{03E7A72A-5719-413B-A3A1-5E45CD38B782}" srcOrd="0" destOrd="0" presId="urn:microsoft.com/office/officeart/2016/7/layout/HorizontalActionList"/>
    <dgm:cxn modelId="{96E316FC-E3E0-4A5A-BF71-DF5C819A9BD3}" srcId="{FD0FA095-5492-4DB7-85AF-F1E4E6C1E6F8}" destId="{618318BF-892E-4D9A-9ACE-E9D3B0BCC89B}" srcOrd="2" destOrd="0" parTransId="{C735CCE5-F505-40AB-9E6F-E427D510000E}" sibTransId="{B2CB7804-B125-4657-A3B4-BF643213F7C7}"/>
    <dgm:cxn modelId="{1DCD56D7-FFA0-4003-9758-ED5FE490CBEC}" type="presParOf" srcId="{03E7A72A-5719-413B-A3A1-5E45CD38B782}" destId="{4F0114B2-CE49-40D1-A56F-3BB98BAA1544}" srcOrd="0" destOrd="0" presId="urn:microsoft.com/office/officeart/2016/7/layout/HorizontalActionList"/>
    <dgm:cxn modelId="{E2ABC989-1073-4B4B-903B-2982B6F7B9D9}" type="presParOf" srcId="{4F0114B2-CE49-40D1-A56F-3BB98BAA1544}" destId="{06F6EFDE-1495-4C35-B785-252B45874B0D}" srcOrd="0" destOrd="0" presId="urn:microsoft.com/office/officeart/2016/7/layout/HorizontalActionList"/>
    <dgm:cxn modelId="{C1DD5988-E8E8-42B8-9942-6988A7DAA388}" type="presParOf" srcId="{4F0114B2-CE49-40D1-A56F-3BB98BAA1544}" destId="{E1869018-3ADC-481E-89AF-37E24C8F385A}" srcOrd="1" destOrd="0" presId="urn:microsoft.com/office/officeart/2016/7/layout/HorizontalActionList"/>
    <dgm:cxn modelId="{921F7907-2ACE-4709-A47A-44B6AE01B115}" type="presParOf" srcId="{03E7A72A-5719-413B-A3A1-5E45CD38B782}" destId="{A5E2E93C-272D-45EE-A564-0BE5E10D8330}" srcOrd="1" destOrd="0" presId="urn:microsoft.com/office/officeart/2016/7/layout/HorizontalActionList"/>
    <dgm:cxn modelId="{AC268879-90E9-4E58-831C-6E8F43FBA0B2}" type="presParOf" srcId="{03E7A72A-5719-413B-A3A1-5E45CD38B782}" destId="{FDF8728E-2794-468A-814F-F63B0C60D65B}" srcOrd="2" destOrd="0" presId="urn:microsoft.com/office/officeart/2016/7/layout/HorizontalActionList"/>
    <dgm:cxn modelId="{1D78778E-6DB3-4D69-8ADE-FA75D6E6B09C}" type="presParOf" srcId="{FDF8728E-2794-468A-814F-F63B0C60D65B}" destId="{FB2E7CF8-5CB2-4A45-8602-6934C7F52792}" srcOrd="0" destOrd="0" presId="urn:microsoft.com/office/officeart/2016/7/layout/HorizontalActionList"/>
    <dgm:cxn modelId="{AE2599C7-7BE7-405F-BC37-8510CDA0727F}" type="presParOf" srcId="{FDF8728E-2794-468A-814F-F63B0C60D65B}" destId="{3F9A4554-6A98-4E3C-B629-19F987EEFF2B}" srcOrd="1" destOrd="0" presId="urn:microsoft.com/office/officeart/2016/7/layout/HorizontalActionList"/>
    <dgm:cxn modelId="{3C07DF9E-E9AE-4857-93DD-0B148A5EC1AB}" type="presParOf" srcId="{03E7A72A-5719-413B-A3A1-5E45CD38B782}" destId="{2DBE6243-E665-4A7C-AB5A-7CC1485278E8}" srcOrd="3" destOrd="0" presId="urn:microsoft.com/office/officeart/2016/7/layout/HorizontalActionList"/>
    <dgm:cxn modelId="{D081647B-FDCB-4BBD-AB59-3208FF3C2FAF}" type="presParOf" srcId="{03E7A72A-5719-413B-A3A1-5E45CD38B782}" destId="{C4D197AC-E401-46F7-AF9C-F6EEBF6B9FA0}" srcOrd="4" destOrd="0" presId="urn:microsoft.com/office/officeart/2016/7/layout/HorizontalActionList"/>
    <dgm:cxn modelId="{94A46F10-A81E-4243-8756-48A83D71E9D3}" type="presParOf" srcId="{C4D197AC-E401-46F7-AF9C-F6EEBF6B9FA0}" destId="{5CBBEF28-004C-4350-8368-33C35A445959}" srcOrd="0" destOrd="0" presId="urn:microsoft.com/office/officeart/2016/7/layout/HorizontalActionList"/>
    <dgm:cxn modelId="{441D1B45-0F52-492D-9540-7ADDC55765F6}" type="presParOf" srcId="{C4D197AC-E401-46F7-AF9C-F6EEBF6B9FA0}" destId="{1A0A58C7-00A1-4C10-9852-5AADD987E774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F3F5EB-5124-49B0-BD5A-86B6F6D012D2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58A0CA-FCCE-45F0-87A7-5414E5B307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Faster Video Analysis</a:t>
          </a:r>
          <a:endParaRPr lang="en-US"/>
        </a:p>
      </dgm:t>
    </dgm:pt>
    <dgm:pt modelId="{BBE11A58-8A96-498E-B764-00938097DE84}" type="parTrans" cxnId="{1CC3B08A-4FE5-46A1-AFC2-482554245A25}">
      <dgm:prSet/>
      <dgm:spPr/>
      <dgm:t>
        <a:bodyPr/>
        <a:lstStyle/>
        <a:p>
          <a:endParaRPr lang="en-US"/>
        </a:p>
      </dgm:t>
    </dgm:pt>
    <dgm:pt modelId="{1EEC4F8F-1357-4A27-B054-D3CA16868F79}" type="sibTrans" cxnId="{1CC3B08A-4FE5-46A1-AFC2-482554245A25}">
      <dgm:prSet/>
      <dgm:spPr/>
      <dgm:t>
        <a:bodyPr/>
        <a:lstStyle/>
        <a:p>
          <a:endParaRPr lang="en-US"/>
        </a:p>
      </dgm:t>
    </dgm:pt>
    <dgm:pt modelId="{7A0AEF64-3CA6-41EC-BDA1-12A6338F62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Automatically counts players on screen </a:t>
          </a:r>
        </a:p>
      </dgm:t>
    </dgm:pt>
    <dgm:pt modelId="{DD26D313-2F99-4718-A762-91A90FB88870}" type="parTrans" cxnId="{1EC0AF79-2237-428A-83CF-05D6B3210D52}">
      <dgm:prSet/>
      <dgm:spPr/>
      <dgm:t>
        <a:bodyPr/>
        <a:lstStyle/>
        <a:p>
          <a:endParaRPr lang="en-US"/>
        </a:p>
      </dgm:t>
    </dgm:pt>
    <dgm:pt modelId="{C6F41042-96DD-4331-A60C-302A775477EE}" type="sibTrans" cxnId="{1EC0AF79-2237-428A-83CF-05D6B3210D52}">
      <dgm:prSet/>
      <dgm:spPr/>
      <dgm:t>
        <a:bodyPr/>
        <a:lstStyle/>
        <a:p>
          <a:endParaRPr lang="en-US"/>
        </a:p>
      </dgm:t>
    </dgm:pt>
    <dgm:pt modelId="{6762E938-74DC-4307-A181-BE3EB06967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need to manually review video</a:t>
          </a:r>
        </a:p>
      </dgm:t>
    </dgm:pt>
    <dgm:pt modelId="{5D98172F-55B8-48AB-820B-2117C8634262}" type="parTrans" cxnId="{027A1269-8914-4EE0-A1D3-17C686FBF639}">
      <dgm:prSet/>
      <dgm:spPr/>
      <dgm:t>
        <a:bodyPr/>
        <a:lstStyle/>
        <a:p>
          <a:endParaRPr lang="en-US"/>
        </a:p>
      </dgm:t>
    </dgm:pt>
    <dgm:pt modelId="{2337EE44-4B71-4FDB-9CDA-4DE3E10EAB32}" type="sibTrans" cxnId="{027A1269-8914-4EE0-A1D3-17C686FBF639}">
      <dgm:prSet/>
      <dgm:spPr/>
      <dgm:t>
        <a:bodyPr/>
        <a:lstStyle/>
        <a:p>
          <a:endParaRPr lang="en-US"/>
        </a:p>
      </dgm:t>
    </dgm:pt>
    <dgm:pt modelId="{E227BE0A-B0D0-4609-9FE8-CB0DFF0160F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Save Time &amp; Effort</a:t>
          </a:r>
          <a:endParaRPr lang="en-US"/>
        </a:p>
      </dgm:t>
    </dgm:pt>
    <dgm:pt modelId="{88012BB7-E3EA-4998-BDE8-ED1879B35887}" type="parTrans" cxnId="{C418590D-47F6-49E1-A9D0-341F50FDAC41}">
      <dgm:prSet/>
      <dgm:spPr/>
      <dgm:t>
        <a:bodyPr/>
        <a:lstStyle/>
        <a:p>
          <a:endParaRPr lang="en-US"/>
        </a:p>
      </dgm:t>
    </dgm:pt>
    <dgm:pt modelId="{4618C53F-866D-493E-9925-A9143D794678}" type="sibTrans" cxnId="{C418590D-47F6-49E1-A9D0-341F50FDAC41}">
      <dgm:prSet/>
      <dgm:spPr/>
      <dgm:t>
        <a:bodyPr/>
        <a:lstStyle/>
        <a:p>
          <a:endParaRPr lang="en-US"/>
        </a:p>
      </dgm:t>
    </dgm:pt>
    <dgm:pt modelId="{29FCBA57-CA68-4B76-9ACA-FDB4E74911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manual work for analysts </a:t>
          </a:r>
        </a:p>
      </dgm:t>
    </dgm:pt>
    <dgm:pt modelId="{24B63DE7-62F1-41FE-A4F9-68F3C6CBB955}" type="parTrans" cxnId="{2594AB80-93C1-45BE-80A0-20CD1B7C29D5}">
      <dgm:prSet/>
      <dgm:spPr/>
      <dgm:t>
        <a:bodyPr/>
        <a:lstStyle/>
        <a:p>
          <a:endParaRPr lang="en-US"/>
        </a:p>
      </dgm:t>
    </dgm:pt>
    <dgm:pt modelId="{AD6B9C5C-B31C-470C-B096-98075A9BCAE4}" type="sibTrans" cxnId="{2594AB80-93C1-45BE-80A0-20CD1B7C29D5}">
      <dgm:prSet/>
      <dgm:spPr/>
      <dgm:t>
        <a:bodyPr/>
        <a:lstStyle/>
        <a:p>
          <a:endParaRPr lang="en-US"/>
        </a:p>
      </dgm:t>
    </dgm:pt>
    <dgm:pt modelId="{D0498D6D-D00B-4B5F-B40F-A8CCD5DF41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process many matches quickly</a:t>
          </a:r>
        </a:p>
      </dgm:t>
    </dgm:pt>
    <dgm:pt modelId="{F4CE9BC0-90EE-427E-B27A-C668C8D5E5FB}" type="parTrans" cxnId="{BA5F453E-D5CD-4DEB-8E66-2D5E2BC1FCCF}">
      <dgm:prSet/>
      <dgm:spPr/>
      <dgm:t>
        <a:bodyPr/>
        <a:lstStyle/>
        <a:p>
          <a:endParaRPr lang="en-US"/>
        </a:p>
      </dgm:t>
    </dgm:pt>
    <dgm:pt modelId="{3CFEDA05-09F2-46B9-986F-3DAA8FDB1D4F}" type="sibTrans" cxnId="{BA5F453E-D5CD-4DEB-8E66-2D5E2BC1FCCF}">
      <dgm:prSet/>
      <dgm:spPr/>
      <dgm:t>
        <a:bodyPr/>
        <a:lstStyle/>
        <a:p>
          <a:endParaRPr lang="en-US"/>
        </a:p>
      </dgm:t>
    </dgm:pt>
    <dgm:pt modelId="{313BA945-00E3-418F-B11A-D6B809E183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Better Insights</a:t>
          </a:r>
          <a:endParaRPr lang="en-US"/>
        </a:p>
      </dgm:t>
    </dgm:pt>
    <dgm:pt modelId="{1C4CDF14-066F-4509-A779-9E427BB6BA6C}" type="parTrans" cxnId="{869008B3-506A-4185-9A7B-9CFD2692EE7E}">
      <dgm:prSet/>
      <dgm:spPr/>
      <dgm:t>
        <a:bodyPr/>
        <a:lstStyle/>
        <a:p>
          <a:endParaRPr lang="en-US"/>
        </a:p>
      </dgm:t>
    </dgm:pt>
    <dgm:pt modelId="{20C54EC9-5B01-4207-A370-FA14B81BFED8}" type="sibTrans" cxnId="{869008B3-506A-4185-9A7B-9CFD2692EE7E}">
      <dgm:prSet/>
      <dgm:spPr/>
      <dgm:t>
        <a:bodyPr/>
        <a:lstStyle/>
        <a:p>
          <a:endParaRPr lang="en-US"/>
        </a:p>
      </dgm:t>
    </dgm:pt>
    <dgm:pt modelId="{AFE25E06-DF99-4D02-9E59-BACAE18292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Shows how players are distributed on the field </a:t>
          </a:r>
        </a:p>
      </dgm:t>
    </dgm:pt>
    <dgm:pt modelId="{CCB89C3A-3E70-42BD-A428-16274CA85EBF}" type="parTrans" cxnId="{E0F1D431-4496-4FBD-A98A-2D4C54C83ACD}">
      <dgm:prSet/>
      <dgm:spPr/>
      <dgm:t>
        <a:bodyPr/>
        <a:lstStyle/>
        <a:p>
          <a:endParaRPr lang="en-US"/>
        </a:p>
      </dgm:t>
    </dgm:pt>
    <dgm:pt modelId="{96BD2C31-BCE8-49D0-8370-4CB718B10431}" type="sibTrans" cxnId="{E0F1D431-4496-4FBD-A98A-2D4C54C83ACD}">
      <dgm:prSet/>
      <dgm:spPr/>
      <dgm:t>
        <a:bodyPr/>
        <a:lstStyle/>
        <a:p>
          <a:endParaRPr lang="en-US"/>
        </a:p>
      </dgm:t>
    </dgm:pt>
    <dgm:pt modelId="{CD1AA30A-A50F-4143-B40A-A05977B99C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understand team behavior during the game</a:t>
          </a:r>
        </a:p>
      </dgm:t>
    </dgm:pt>
    <dgm:pt modelId="{6A86074E-7972-46C4-BA50-EF32238519EC}" type="parTrans" cxnId="{78AD766D-C034-4B89-9414-E685778642D0}">
      <dgm:prSet/>
      <dgm:spPr/>
      <dgm:t>
        <a:bodyPr/>
        <a:lstStyle/>
        <a:p>
          <a:endParaRPr lang="en-US"/>
        </a:p>
      </dgm:t>
    </dgm:pt>
    <dgm:pt modelId="{8C02EDC4-67EA-48D4-B6F8-89369A298A9E}" type="sibTrans" cxnId="{78AD766D-C034-4B89-9414-E685778642D0}">
      <dgm:prSet/>
      <dgm:spPr/>
      <dgm:t>
        <a:bodyPr/>
        <a:lstStyle/>
        <a:p>
          <a:endParaRPr lang="en-US"/>
        </a:p>
      </dgm:t>
    </dgm:pt>
    <dgm:pt modelId="{C87B5A64-4C47-4029-BA09-8127D5B2E3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Future Potential</a:t>
          </a:r>
          <a:endParaRPr lang="en-US"/>
        </a:p>
      </dgm:t>
    </dgm:pt>
    <dgm:pt modelId="{6DB61934-0613-44DD-A89D-557F6317ED21}" type="parTrans" cxnId="{413D7A44-C6C6-4E7F-A5C9-3CD9CC6EF2F1}">
      <dgm:prSet/>
      <dgm:spPr/>
      <dgm:t>
        <a:bodyPr/>
        <a:lstStyle/>
        <a:p>
          <a:endParaRPr lang="en-US"/>
        </a:p>
      </dgm:t>
    </dgm:pt>
    <dgm:pt modelId="{0A379EDD-4795-4A4D-952E-7CA4F92B1BC6}" type="sibTrans" cxnId="{413D7A44-C6C6-4E7F-A5C9-3CD9CC6EF2F1}">
      <dgm:prSet/>
      <dgm:spPr/>
      <dgm:t>
        <a:bodyPr/>
        <a:lstStyle/>
        <a:p>
          <a:endParaRPr lang="en-US"/>
        </a:p>
      </dgm:t>
    </dgm:pt>
    <dgm:pt modelId="{7EA62776-8815-411F-84F9-2666A952FE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extended to: </a:t>
          </a:r>
        </a:p>
      </dgm:t>
    </dgm:pt>
    <dgm:pt modelId="{787583B0-1BE8-4941-AB25-43EABE0682E1}" type="parTrans" cxnId="{F104610F-B1A6-432A-91D3-AE684ABCD9DE}">
      <dgm:prSet/>
      <dgm:spPr/>
      <dgm:t>
        <a:bodyPr/>
        <a:lstStyle/>
        <a:p>
          <a:endParaRPr lang="en-US"/>
        </a:p>
      </dgm:t>
    </dgm:pt>
    <dgm:pt modelId="{FD585AE8-6857-495A-AE9F-CD766CBCFE35}" type="sibTrans" cxnId="{F104610F-B1A6-432A-91D3-AE684ABCD9DE}">
      <dgm:prSet/>
      <dgm:spPr/>
      <dgm:t>
        <a:bodyPr/>
        <a:lstStyle/>
        <a:p>
          <a:endParaRPr lang="en-US"/>
        </a:p>
      </dgm:t>
    </dgm:pt>
    <dgm:pt modelId="{40F3F1CF-6012-421C-9D80-A1C20435B61E}">
      <dgm:prSet/>
      <dgm:spPr/>
      <dgm:t>
        <a:bodyPr/>
        <a:lstStyle/>
        <a:p>
          <a:r>
            <a:rPr lang="en-US"/>
            <a:t>track players </a:t>
          </a:r>
        </a:p>
      </dgm:t>
    </dgm:pt>
    <dgm:pt modelId="{AD3CF9B8-C47A-42D2-A55C-ED0CE2BE131E}" type="parTrans" cxnId="{89F93746-2775-4E91-9CBF-883B1749D5EA}">
      <dgm:prSet/>
      <dgm:spPr/>
      <dgm:t>
        <a:bodyPr/>
        <a:lstStyle/>
        <a:p>
          <a:endParaRPr lang="en-US"/>
        </a:p>
      </dgm:t>
    </dgm:pt>
    <dgm:pt modelId="{8A14E030-B134-4CFB-BD18-F7F22B68AFAC}" type="sibTrans" cxnId="{89F93746-2775-4E91-9CBF-883B1749D5EA}">
      <dgm:prSet/>
      <dgm:spPr/>
      <dgm:t>
        <a:bodyPr/>
        <a:lstStyle/>
        <a:p>
          <a:endParaRPr lang="en-US"/>
        </a:p>
      </dgm:t>
    </dgm:pt>
    <dgm:pt modelId="{2C9C7388-541E-43D7-8464-884C52CD3B23}">
      <dgm:prSet/>
      <dgm:spPr/>
      <dgm:t>
        <a:bodyPr/>
        <a:lstStyle/>
        <a:p>
          <a:r>
            <a:rPr lang="en-US"/>
            <a:t>analyze formations </a:t>
          </a:r>
        </a:p>
      </dgm:t>
    </dgm:pt>
    <dgm:pt modelId="{F44BE1F4-98B0-4DF4-9545-61DE415DAA6D}" type="parTrans" cxnId="{13454AE0-BCEB-4499-A8AB-183D63881BB2}">
      <dgm:prSet/>
      <dgm:spPr/>
      <dgm:t>
        <a:bodyPr/>
        <a:lstStyle/>
        <a:p>
          <a:endParaRPr lang="en-US"/>
        </a:p>
      </dgm:t>
    </dgm:pt>
    <dgm:pt modelId="{27A12658-DEC5-45C1-8EC7-526058B428A4}" type="sibTrans" cxnId="{13454AE0-BCEB-4499-A8AB-183D63881BB2}">
      <dgm:prSet/>
      <dgm:spPr/>
      <dgm:t>
        <a:bodyPr/>
        <a:lstStyle/>
        <a:p>
          <a:endParaRPr lang="en-US"/>
        </a:p>
      </dgm:t>
    </dgm:pt>
    <dgm:pt modelId="{8868B8D6-24B3-45B4-8377-4C627585C23E}">
      <dgm:prSet/>
      <dgm:spPr/>
      <dgm:t>
        <a:bodyPr/>
        <a:lstStyle/>
        <a:p>
          <a:r>
            <a:rPr lang="en-US"/>
            <a:t>detect important events</a:t>
          </a:r>
        </a:p>
      </dgm:t>
    </dgm:pt>
    <dgm:pt modelId="{29D2BF38-AAA9-40CF-AACC-118BCEC5AE60}" type="parTrans" cxnId="{F6BB948C-4AEF-4B49-9CED-A0FF15868B31}">
      <dgm:prSet/>
      <dgm:spPr/>
      <dgm:t>
        <a:bodyPr/>
        <a:lstStyle/>
        <a:p>
          <a:endParaRPr lang="en-US"/>
        </a:p>
      </dgm:t>
    </dgm:pt>
    <dgm:pt modelId="{50DF9275-4E41-44EB-AB3E-66CE62F9748C}" type="sibTrans" cxnId="{F6BB948C-4AEF-4B49-9CED-A0FF15868B31}">
      <dgm:prSet/>
      <dgm:spPr/>
      <dgm:t>
        <a:bodyPr/>
        <a:lstStyle/>
        <a:p>
          <a:endParaRPr lang="en-US"/>
        </a:p>
      </dgm:t>
    </dgm:pt>
    <dgm:pt modelId="{292E4CB1-DDFA-4253-A8DB-579331BAE94B}" type="pres">
      <dgm:prSet presAssocID="{8BF3F5EB-5124-49B0-BD5A-86B6F6D012D2}" presName="root" presStyleCnt="0">
        <dgm:presLayoutVars>
          <dgm:dir/>
          <dgm:resizeHandles val="exact"/>
        </dgm:presLayoutVars>
      </dgm:prSet>
      <dgm:spPr/>
    </dgm:pt>
    <dgm:pt modelId="{B87DA84A-B3C2-4806-8278-EEB107CFDEC4}" type="pres">
      <dgm:prSet presAssocID="{0358A0CA-FCCE-45F0-87A7-5414E5B30734}" presName="compNode" presStyleCnt="0"/>
      <dgm:spPr/>
    </dgm:pt>
    <dgm:pt modelId="{1FE809F6-60CE-42D1-B73F-88537596A500}" type="pres">
      <dgm:prSet presAssocID="{0358A0CA-FCCE-45F0-87A7-5414E5B307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2BFF77E2-304E-4E74-B964-8545686C534E}" type="pres">
      <dgm:prSet presAssocID="{0358A0CA-FCCE-45F0-87A7-5414E5B30734}" presName="iconSpace" presStyleCnt="0"/>
      <dgm:spPr/>
    </dgm:pt>
    <dgm:pt modelId="{20E056A6-A20D-44D8-B131-AECC951AF976}" type="pres">
      <dgm:prSet presAssocID="{0358A0CA-FCCE-45F0-87A7-5414E5B30734}" presName="parTx" presStyleLbl="revTx" presStyleIdx="0" presStyleCnt="8">
        <dgm:presLayoutVars>
          <dgm:chMax val="0"/>
          <dgm:chPref val="0"/>
        </dgm:presLayoutVars>
      </dgm:prSet>
      <dgm:spPr/>
    </dgm:pt>
    <dgm:pt modelId="{4E8825C0-23E9-4FD0-91A0-633BBBC8FFC4}" type="pres">
      <dgm:prSet presAssocID="{0358A0CA-FCCE-45F0-87A7-5414E5B30734}" presName="txSpace" presStyleCnt="0"/>
      <dgm:spPr/>
    </dgm:pt>
    <dgm:pt modelId="{E49358BC-47F2-4637-87A8-11E27B1E6B24}" type="pres">
      <dgm:prSet presAssocID="{0358A0CA-FCCE-45F0-87A7-5414E5B30734}" presName="desTx" presStyleLbl="revTx" presStyleIdx="1" presStyleCnt="8">
        <dgm:presLayoutVars/>
      </dgm:prSet>
      <dgm:spPr/>
    </dgm:pt>
    <dgm:pt modelId="{96A27F24-3A07-4441-BD4B-923FB81CE3F4}" type="pres">
      <dgm:prSet presAssocID="{1EEC4F8F-1357-4A27-B054-D3CA16868F79}" presName="sibTrans" presStyleCnt="0"/>
      <dgm:spPr/>
    </dgm:pt>
    <dgm:pt modelId="{F615143A-C577-4E85-B328-3FC653154009}" type="pres">
      <dgm:prSet presAssocID="{E227BE0A-B0D0-4609-9FE8-CB0DFF0160FD}" presName="compNode" presStyleCnt="0"/>
      <dgm:spPr/>
    </dgm:pt>
    <dgm:pt modelId="{62CA29ED-CF51-4FD6-A823-725F6C455DAB}" type="pres">
      <dgm:prSet presAssocID="{E227BE0A-B0D0-4609-9FE8-CB0DFF0160F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B1F24B71-65D0-473A-B855-15EBF3F1463C}" type="pres">
      <dgm:prSet presAssocID="{E227BE0A-B0D0-4609-9FE8-CB0DFF0160FD}" presName="iconSpace" presStyleCnt="0"/>
      <dgm:spPr/>
    </dgm:pt>
    <dgm:pt modelId="{009DBF13-D33D-4A48-ACBE-547E70C30912}" type="pres">
      <dgm:prSet presAssocID="{E227BE0A-B0D0-4609-9FE8-CB0DFF0160FD}" presName="parTx" presStyleLbl="revTx" presStyleIdx="2" presStyleCnt="8">
        <dgm:presLayoutVars>
          <dgm:chMax val="0"/>
          <dgm:chPref val="0"/>
        </dgm:presLayoutVars>
      </dgm:prSet>
      <dgm:spPr/>
    </dgm:pt>
    <dgm:pt modelId="{C53F9AC8-F6A1-43A5-8775-C426D30BB1FD}" type="pres">
      <dgm:prSet presAssocID="{E227BE0A-B0D0-4609-9FE8-CB0DFF0160FD}" presName="txSpace" presStyleCnt="0"/>
      <dgm:spPr/>
    </dgm:pt>
    <dgm:pt modelId="{6536D85D-0C91-4553-9B22-CD6BA8FE7AF3}" type="pres">
      <dgm:prSet presAssocID="{E227BE0A-B0D0-4609-9FE8-CB0DFF0160FD}" presName="desTx" presStyleLbl="revTx" presStyleIdx="3" presStyleCnt="8">
        <dgm:presLayoutVars/>
      </dgm:prSet>
      <dgm:spPr/>
    </dgm:pt>
    <dgm:pt modelId="{0D55C669-33DB-4575-A4F7-81CA3A4945BD}" type="pres">
      <dgm:prSet presAssocID="{4618C53F-866D-493E-9925-A9143D794678}" presName="sibTrans" presStyleCnt="0"/>
      <dgm:spPr/>
    </dgm:pt>
    <dgm:pt modelId="{FB1C783B-75D1-43FB-B42A-B1A13E221EB7}" type="pres">
      <dgm:prSet presAssocID="{313BA945-00E3-418F-B11A-D6B809E183DC}" presName="compNode" presStyleCnt="0"/>
      <dgm:spPr/>
    </dgm:pt>
    <dgm:pt modelId="{A7F9ACFE-238D-448B-A8E6-41D11B126254}" type="pres">
      <dgm:prSet presAssocID="{313BA945-00E3-418F-B11A-D6B809E183D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0E343E5-DA58-47DE-A4F5-A079CEF69A92}" type="pres">
      <dgm:prSet presAssocID="{313BA945-00E3-418F-B11A-D6B809E183DC}" presName="iconSpace" presStyleCnt="0"/>
      <dgm:spPr/>
    </dgm:pt>
    <dgm:pt modelId="{E27DFE07-283F-4709-943A-7E76B3C2CDE2}" type="pres">
      <dgm:prSet presAssocID="{313BA945-00E3-418F-B11A-D6B809E183DC}" presName="parTx" presStyleLbl="revTx" presStyleIdx="4" presStyleCnt="8">
        <dgm:presLayoutVars>
          <dgm:chMax val="0"/>
          <dgm:chPref val="0"/>
        </dgm:presLayoutVars>
      </dgm:prSet>
      <dgm:spPr/>
    </dgm:pt>
    <dgm:pt modelId="{6DA9FAB9-C6F0-4F3D-B241-079C077B9E9A}" type="pres">
      <dgm:prSet presAssocID="{313BA945-00E3-418F-B11A-D6B809E183DC}" presName="txSpace" presStyleCnt="0"/>
      <dgm:spPr/>
    </dgm:pt>
    <dgm:pt modelId="{56728320-D6DE-4A1C-BAE0-11828831CA05}" type="pres">
      <dgm:prSet presAssocID="{313BA945-00E3-418F-B11A-D6B809E183DC}" presName="desTx" presStyleLbl="revTx" presStyleIdx="5" presStyleCnt="8">
        <dgm:presLayoutVars/>
      </dgm:prSet>
      <dgm:spPr/>
    </dgm:pt>
    <dgm:pt modelId="{7D869020-87D3-43A3-87EB-916BC100704A}" type="pres">
      <dgm:prSet presAssocID="{20C54EC9-5B01-4207-A370-FA14B81BFED8}" presName="sibTrans" presStyleCnt="0"/>
      <dgm:spPr/>
    </dgm:pt>
    <dgm:pt modelId="{33ABB63F-7285-4AEC-A3E5-DEAFD4A495D2}" type="pres">
      <dgm:prSet presAssocID="{C87B5A64-4C47-4029-BA09-8127D5B2E354}" presName="compNode" presStyleCnt="0"/>
      <dgm:spPr/>
    </dgm:pt>
    <dgm:pt modelId="{02B21DAB-EADF-47D7-A10C-BF1DBDBC3B57}" type="pres">
      <dgm:prSet presAssocID="{C87B5A64-4C47-4029-BA09-8127D5B2E35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ken"/>
        </a:ext>
      </dgm:extLst>
    </dgm:pt>
    <dgm:pt modelId="{AC65E812-6275-4C5B-A340-36E6A0F8E919}" type="pres">
      <dgm:prSet presAssocID="{C87B5A64-4C47-4029-BA09-8127D5B2E354}" presName="iconSpace" presStyleCnt="0"/>
      <dgm:spPr/>
    </dgm:pt>
    <dgm:pt modelId="{2189599C-5046-4972-9E6A-86B14C263302}" type="pres">
      <dgm:prSet presAssocID="{C87B5A64-4C47-4029-BA09-8127D5B2E354}" presName="parTx" presStyleLbl="revTx" presStyleIdx="6" presStyleCnt="8">
        <dgm:presLayoutVars>
          <dgm:chMax val="0"/>
          <dgm:chPref val="0"/>
        </dgm:presLayoutVars>
      </dgm:prSet>
      <dgm:spPr/>
    </dgm:pt>
    <dgm:pt modelId="{6B36D51B-7428-43F7-AD63-CEBBF38CB165}" type="pres">
      <dgm:prSet presAssocID="{C87B5A64-4C47-4029-BA09-8127D5B2E354}" presName="txSpace" presStyleCnt="0"/>
      <dgm:spPr/>
    </dgm:pt>
    <dgm:pt modelId="{1B0249AE-DFE1-44CA-9E9A-65AA4829FECE}" type="pres">
      <dgm:prSet presAssocID="{C87B5A64-4C47-4029-BA09-8127D5B2E354}" presName="desTx" presStyleLbl="revTx" presStyleIdx="7" presStyleCnt="8">
        <dgm:presLayoutVars/>
      </dgm:prSet>
      <dgm:spPr/>
    </dgm:pt>
  </dgm:ptLst>
  <dgm:cxnLst>
    <dgm:cxn modelId="{C418590D-47F6-49E1-A9D0-341F50FDAC41}" srcId="{8BF3F5EB-5124-49B0-BD5A-86B6F6D012D2}" destId="{E227BE0A-B0D0-4609-9FE8-CB0DFF0160FD}" srcOrd="1" destOrd="0" parTransId="{88012BB7-E3EA-4998-BDE8-ED1879B35887}" sibTransId="{4618C53F-866D-493E-9925-A9143D794678}"/>
    <dgm:cxn modelId="{F104610F-B1A6-432A-91D3-AE684ABCD9DE}" srcId="{C87B5A64-4C47-4029-BA09-8127D5B2E354}" destId="{7EA62776-8815-411F-84F9-2666A952FEE5}" srcOrd="0" destOrd="0" parTransId="{787583B0-1BE8-4941-AB25-43EABE0682E1}" sibTransId="{FD585AE8-6857-495A-AE9F-CD766CBCFE35}"/>
    <dgm:cxn modelId="{E095E91B-5D0F-4346-AF85-E436755B950D}" type="presOf" srcId="{2C9C7388-541E-43D7-8464-884C52CD3B23}" destId="{1B0249AE-DFE1-44CA-9E9A-65AA4829FECE}" srcOrd="0" destOrd="2" presId="urn:microsoft.com/office/officeart/2018/2/layout/IconLabelDescriptionList"/>
    <dgm:cxn modelId="{CF0FC51C-3DE6-4C7B-AC1E-87CEC4B289A5}" type="presOf" srcId="{D0498D6D-D00B-4B5F-B40F-A8CCD5DF4107}" destId="{6536D85D-0C91-4553-9B22-CD6BA8FE7AF3}" srcOrd="0" destOrd="1" presId="urn:microsoft.com/office/officeart/2018/2/layout/IconLabelDescriptionList"/>
    <dgm:cxn modelId="{0C04A01E-5B2E-4780-A868-E2D5F2059534}" type="presOf" srcId="{40F3F1CF-6012-421C-9D80-A1C20435B61E}" destId="{1B0249AE-DFE1-44CA-9E9A-65AA4829FECE}" srcOrd="0" destOrd="1" presId="urn:microsoft.com/office/officeart/2018/2/layout/IconLabelDescriptionList"/>
    <dgm:cxn modelId="{E0F1D431-4496-4FBD-A98A-2D4C54C83ACD}" srcId="{313BA945-00E3-418F-B11A-D6B809E183DC}" destId="{AFE25E06-DF99-4D02-9E59-BACAE1829297}" srcOrd="0" destOrd="0" parTransId="{CCB89C3A-3E70-42BD-A428-16274CA85EBF}" sibTransId="{96BD2C31-BCE8-49D0-8370-4CB718B10431}"/>
    <dgm:cxn modelId="{7741E135-0726-41DF-BDB1-9A6C0A136B6A}" type="presOf" srcId="{313BA945-00E3-418F-B11A-D6B809E183DC}" destId="{E27DFE07-283F-4709-943A-7E76B3C2CDE2}" srcOrd="0" destOrd="0" presId="urn:microsoft.com/office/officeart/2018/2/layout/IconLabelDescriptionList"/>
    <dgm:cxn modelId="{BA5F453E-D5CD-4DEB-8E66-2D5E2BC1FCCF}" srcId="{E227BE0A-B0D0-4609-9FE8-CB0DFF0160FD}" destId="{D0498D6D-D00B-4B5F-B40F-A8CCD5DF4107}" srcOrd="1" destOrd="0" parTransId="{F4CE9BC0-90EE-427E-B27A-C668C8D5E5FB}" sibTransId="{3CFEDA05-09F2-46B9-986F-3DAA8FDB1D4F}"/>
    <dgm:cxn modelId="{413D7A44-C6C6-4E7F-A5C9-3CD9CC6EF2F1}" srcId="{8BF3F5EB-5124-49B0-BD5A-86B6F6D012D2}" destId="{C87B5A64-4C47-4029-BA09-8127D5B2E354}" srcOrd="3" destOrd="0" parTransId="{6DB61934-0613-44DD-A89D-557F6317ED21}" sibTransId="{0A379EDD-4795-4A4D-952E-7CA4F92B1BC6}"/>
    <dgm:cxn modelId="{89F93746-2775-4E91-9CBF-883B1749D5EA}" srcId="{7EA62776-8815-411F-84F9-2666A952FEE5}" destId="{40F3F1CF-6012-421C-9D80-A1C20435B61E}" srcOrd="0" destOrd="0" parTransId="{AD3CF9B8-C47A-42D2-A55C-ED0CE2BE131E}" sibTransId="{8A14E030-B134-4CFB-BD18-F7F22B68AFAC}"/>
    <dgm:cxn modelId="{027A1269-8914-4EE0-A1D3-17C686FBF639}" srcId="{0358A0CA-FCCE-45F0-87A7-5414E5B30734}" destId="{6762E938-74DC-4307-A181-BE3EB069675D}" srcOrd="1" destOrd="0" parTransId="{5D98172F-55B8-48AB-820B-2117C8634262}" sibTransId="{2337EE44-4B71-4FDB-9CDA-4DE3E10EAB32}"/>
    <dgm:cxn modelId="{9F75C06B-73E7-4901-80BB-1A553D60DC90}" type="presOf" srcId="{E227BE0A-B0D0-4609-9FE8-CB0DFF0160FD}" destId="{009DBF13-D33D-4A48-ACBE-547E70C30912}" srcOrd="0" destOrd="0" presId="urn:microsoft.com/office/officeart/2018/2/layout/IconLabelDescriptionList"/>
    <dgm:cxn modelId="{78AD766D-C034-4B89-9414-E685778642D0}" srcId="{313BA945-00E3-418F-B11A-D6B809E183DC}" destId="{CD1AA30A-A50F-4143-B40A-A05977B99C09}" srcOrd="1" destOrd="0" parTransId="{6A86074E-7972-46C4-BA50-EF32238519EC}" sibTransId="{8C02EDC4-67EA-48D4-B6F8-89369A298A9E}"/>
    <dgm:cxn modelId="{B7061458-CB7E-429A-84C2-6F3C8881CC6D}" type="presOf" srcId="{7EA62776-8815-411F-84F9-2666A952FEE5}" destId="{1B0249AE-DFE1-44CA-9E9A-65AA4829FECE}" srcOrd="0" destOrd="0" presId="urn:microsoft.com/office/officeart/2018/2/layout/IconLabelDescriptionList"/>
    <dgm:cxn modelId="{1EC0AF79-2237-428A-83CF-05D6B3210D52}" srcId="{0358A0CA-FCCE-45F0-87A7-5414E5B30734}" destId="{7A0AEF64-3CA6-41EC-BDA1-12A6338F6256}" srcOrd="0" destOrd="0" parTransId="{DD26D313-2F99-4718-A762-91A90FB88870}" sibTransId="{C6F41042-96DD-4331-A60C-302A775477EE}"/>
    <dgm:cxn modelId="{2594AB80-93C1-45BE-80A0-20CD1B7C29D5}" srcId="{E227BE0A-B0D0-4609-9FE8-CB0DFF0160FD}" destId="{29FCBA57-CA68-4B76-9ACA-FDB4E74911BE}" srcOrd="0" destOrd="0" parTransId="{24B63DE7-62F1-41FE-A4F9-68F3C6CBB955}" sibTransId="{AD6B9C5C-B31C-470C-B096-98075A9BCAE4}"/>
    <dgm:cxn modelId="{1CC3B08A-4FE5-46A1-AFC2-482554245A25}" srcId="{8BF3F5EB-5124-49B0-BD5A-86B6F6D012D2}" destId="{0358A0CA-FCCE-45F0-87A7-5414E5B30734}" srcOrd="0" destOrd="0" parTransId="{BBE11A58-8A96-498E-B764-00938097DE84}" sibTransId="{1EEC4F8F-1357-4A27-B054-D3CA16868F79}"/>
    <dgm:cxn modelId="{F6BB948C-4AEF-4B49-9CED-A0FF15868B31}" srcId="{7EA62776-8815-411F-84F9-2666A952FEE5}" destId="{8868B8D6-24B3-45B4-8377-4C627585C23E}" srcOrd="2" destOrd="0" parTransId="{29D2BF38-AAA9-40CF-AACC-118BCEC5AE60}" sibTransId="{50DF9275-4E41-44EB-AB3E-66CE62F9748C}"/>
    <dgm:cxn modelId="{A99A1A91-B789-482F-A9C3-DBE1C2429DE9}" type="presOf" srcId="{8BF3F5EB-5124-49B0-BD5A-86B6F6D012D2}" destId="{292E4CB1-DDFA-4253-A8DB-579331BAE94B}" srcOrd="0" destOrd="0" presId="urn:microsoft.com/office/officeart/2018/2/layout/IconLabelDescriptionList"/>
    <dgm:cxn modelId="{958972AA-3055-4990-B017-ACA6EBC7474A}" type="presOf" srcId="{29FCBA57-CA68-4B76-9ACA-FDB4E74911BE}" destId="{6536D85D-0C91-4553-9B22-CD6BA8FE7AF3}" srcOrd="0" destOrd="0" presId="urn:microsoft.com/office/officeart/2018/2/layout/IconLabelDescriptionList"/>
    <dgm:cxn modelId="{869008B3-506A-4185-9A7B-9CFD2692EE7E}" srcId="{8BF3F5EB-5124-49B0-BD5A-86B6F6D012D2}" destId="{313BA945-00E3-418F-B11A-D6B809E183DC}" srcOrd="2" destOrd="0" parTransId="{1C4CDF14-066F-4509-A779-9E427BB6BA6C}" sibTransId="{20C54EC9-5B01-4207-A370-FA14B81BFED8}"/>
    <dgm:cxn modelId="{4DF408C0-187C-4ED7-8B71-E9E26F2F254F}" type="presOf" srcId="{C87B5A64-4C47-4029-BA09-8127D5B2E354}" destId="{2189599C-5046-4972-9E6A-86B14C263302}" srcOrd="0" destOrd="0" presId="urn:microsoft.com/office/officeart/2018/2/layout/IconLabelDescriptionList"/>
    <dgm:cxn modelId="{40778DC1-A82E-4152-B489-73DB8EB268BC}" type="presOf" srcId="{0358A0CA-FCCE-45F0-87A7-5414E5B30734}" destId="{20E056A6-A20D-44D8-B131-AECC951AF976}" srcOrd="0" destOrd="0" presId="urn:microsoft.com/office/officeart/2018/2/layout/IconLabelDescriptionList"/>
    <dgm:cxn modelId="{B51C27C8-11D5-4A79-80AB-2CA758999006}" type="presOf" srcId="{8868B8D6-24B3-45B4-8377-4C627585C23E}" destId="{1B0249AE-DFE1-44CA-9E9A-65AA4829FECE}" srcOrd="0" destOrd="3" presId="urn:microsoft.com/office/officeart/2018/2/layout/IconLabelDescriptionList"/>
    <dgm:cxn modelId="{D60052D4-AFD7-4DA5-859E-01CEB3BE0E67}" type="presOf" srcId="{7A0AEF64-3CA6-41EC-BDA1-12A6338F6256}" destId="{E49358BC-47F2-4637-87A8-11E27B1E6B24}" srcOrd="0" destOrd="0" presId="urn:microsoft.com/office/officeart/2018/2/layout/IconLabelDescriptionList"/>
    <dgm:cxn modelId="{13454AE0-BCEB-4499-A8AB-183D63881BB2}" srcId="{7EA62776-8815-411F-84F9-2666A952FEE5}" destId="{2C9C7388-541E-43D7-8464-884C52CD3B23}" srcOrd="1" destOrd="0" parTransId="{F44BE1F4-98B0-4DF4-9545-61DE415DAA6D}" sibTransId="{27A12658-DEC5-45C1-8EC7-526058B428A4}"/>
    <dgm:cxn modelId="{252BEAE9-EA8C-4E25-A552-7D01047CEFB3}" type="presOf" srcId="{CD1AA30A-A50F-4143-B40A-A05977B99C09}" destId="{56728320-D6DE-4A1C-BAE0-11828831CA05}" srcOrd="0" destOrd="1" presId="urn:microsoft.com/office/officeart/2018/2/layout/IconLabelDescriptionList"/>
    <dgm:cxn modelId="{E382EDE9-6390-4A83-BAEF-00E0041B95C4}" type="presOf" srcId="{AFE25E06-DF99-4D02-9E59-BACAE1829297}" destId="{56728320-D6DE-4A1C-BAE0-11828831CA05}" srcOrd="0" destOrd="0" presId="urn:microsoft.com/office/officeart/2018/2/layout/IconLabelDescriptionList"/>
    <dgm:cxn modelId="{4DF24EEC-1464-4484-B6BF-13EBED19AE6D}" type="presOf" srcId="{6762E938-74DC-4307-A181-BE3EB069675D}" destId="{E49358BC-47F2-4637-87A8-11E27B1E6B24}" srcOrd="0" destOrd="1" presId="urn:microsoft.com/office/officeart/2018/2/layout/IconLabelDescriptionList"/>
    <dgm:cxn modelId="{AED96ED1-924E-4CF0-9261-F91F1133317E}" type="presParOf" srcId="{292E4CB1-DDFA-4253-A8DB-579331BAE94B}" destId="{B87DA84A-B3C2-4806-8278-EEB107CFDEC4}" srcOrd="0" destOrd="0" presId="urn:microsoft.com/office/officeart/2018/2/layout/IconLabelDescriptionList"/>
    <dgm:cxn modelId="{B2B2FB18-E6A8-49F5-8416-4A3BCA516E27}" type="presParOf" srcId="{B87DA84A-B3C2-4806-8278-EEB107CFDEC4}" destId="{1FE809F6-60CE-42D1-B73F-88537596A500}" srcOrd="0" destOrd="0" presId="urn:microsoft.com/office/officeart/2018/2/layout/IconLabelDescriptionList"/>
    <dgm:cxn modelId="{03F95038-362E-40CE-BA29-08236FBC75A1}" type="presParOf" srcId="{B87DA84A-B3C2-4806-8278-EEB107CFDEC4}" destId="{2BFF77E2-304E-4E74-B964-8545686C534E}" srcOrd="1" destOrd="0" presId="urn:microsoft.com/office/officeart/2018/2/layout/IconLabelDescriptionList"/>
    <dgm:cxn modelId="{80B694B1-B5C3-4CCB-B864-169E9C0C0271}" type="presParOf" srcId="{B87DA84A-B3C2-4806-8278-EEB107CFDEC4}" destId="{20E056A6-A20D-44D8-B131-AECC951AF976}" srcOrd="2" destOrd="0" presId="urn:microsoft.com/office/officeart/2018/2/layout/IconLabelDescriptionList"/>
    <dgm:cxn modelId="{0D75C1CA-106B-410E-944B-AC872B8E11F7}" type="presParOf" srcId="{B87DA84A-B3C2-4806-8278-EEB107CFDEC4}" destId="{4E8825C0-23E9-4FD0-91A0-633BBBC8FFC4}" srcOrd="3" destOrd="0" presId="urn:microsoft.com/office/officeart/2018/2/layout/IconLabelDescriptionList"/>
    <dgm:cxn modelId="{854324E7-A662-4ED5-A0F7-521EABD86A20}" type="presParOf" srcId="{B87DA84A-B3C2-4806-8278-EEB107CFDEC4}" destId="{E49358BC-47F2-4637-87A8-11E27B1E6B24}" srcOrd="4" destOrd="0" presId="urn:microsoft.com/office/officeart/2018/2/layout/IconLabelDescriptionList"/>
    <dgm:cxn modelId="{4202EF26-0CC0-4946-AD13-29D6BF09DAE5}" type="presParOf" srcId="{292E4CB1-DDFA-4253-A8DB-579331BAE94B}" destId="{96A27F24-3A07-4441-BD4B-923FB81CE3F4}" srcOrd="1" destOrd="0" presId="urn:microsoft.com/office/officeart/2018/2/layout/IconLabelDescriptionList"/>
    <dgm:cxn modelId="{BA4F8906-AC90-4D38-A09E-324A3CD35660}" type="presParOf" srcId="{292E4CB1-DDFA-4253-A8DB-579331BAE94B}" destId="{F615143A-C577-4E85-B328-3FC653154009}" srcOrd="2" destOrd="0" presId="urn:microsoft.com/office/officeart/2018/2/layout/IconLabelDescriptionList"/>
    <dgm:cxn modelId="{E0719103-B283-4EC4-8492-2B67E311D270}" type="presParOf" srcId="{F615143A-C577-4E85-B328-3FC653154009}" destId="{62CA29ED-CF51-4FD6-A823-725F6C455DAB}" srcOrd="0" destOrd="0" presId="urn:microsoft.com/office/officeart/2018/2/layout/IconLabelDescriptionList"/>
    <dgm:cxn modelId="{A87BE9F3-57C8-4CD5-930F-03EDFD67691D}" type="presParOf" srcId="{F615143A-C577-4E85-B328-3FC653154009}" destId="{B1F24B71-65D0-473A-B855-15EBF3F1463C}" srcOrd="1" destOrd="0" presId="urn:microsoft.com/office/officeart/2018/2/layout/IconLabelDescriptionList"/>
    <dgm:cxn modelId="{1B641089-C5CB-4813-843E-5404CB8DA961}" type="presParOf" srcId="{F615143A-C577-4E85-B328-3FC653154009}" destId="{009DBF13-D33D-4A48-ACBE-547E70C30912}" srcOrd="2" destOrd="0" presId="urn:microsoft.com/office/officeart/2018/2/layout/IconLabelDescriptionList"/>
    <dgm:cxn modelId="{1B85BCB3-0A19-443A-B3BD-A09C5D570DC1}" type="presParOf" srcId="{F615143A-C577-4E85-B328-3FC653154009}" destId="{C53F9AC8-F6A1-43A5-8775-C426D30BB1FD}" srcOrd="3" destOrd="0" presId="urn:microsoft.com/office/officeart/2018/2/layout/IconLabelDescriptionList"/>
    <dgm:cxn modelId="{8348EECE-D36D-4B0B-9582-482DF3DF1EA0}" type="presParOf" srcId="{F615143A-C577-4E85-B328-3FC653154009}" destId="{6536D85D-0C91-4553-9B22-CD6BA8FE7AF3}" srcOrd="4" destOrd="0" presId="urn:microsoft.com/office/officeart/2018/2/layout/IconLabelDescriptionList"/>
    <dgm:cxn modelId="{9F3AA36C-4099-4250-A8C2-026A2C5D5435}" type="presParOf" srcId="{292E4CB1-DDFA-4253-A8DB-579331BAE94B}" destId="{0D55C669-33DB-4575-A4F7-81CA3A4945BD}" srcOrd="3" destOrd="0" presId="urn:microsoft.com/office/officeart/2018/2/layout/IconLabelDescriptionList"/>
    <dgm:cxn modelId="{591A1B69-526C-45A5-BB55-F36EF53A3307}" type="presParOf" srcId="{292E4CB1-DDFA-4253-A8DB-579331BAE94B}" destId="{FB1C783B-75D1-43FB-B42A-B1A13E221EB7}" srcOrd="4" destOrd="0" presId="urn:microsoft.com/office/officeart/2018/2/layout/IconLabelDescriptionList"/>
    <dgm:cxn modelId="{C48B668C-F59D-4513-98A9-0C150A858B65}" type="presParOf" srcId="{FB1C783B-75D1-43FB-B42A-B1A13E221EB7}" destId="{A7F9ACFE-238D-448B-A8E6-41D11B126254}" srcOrd="0" destOrd="0" presId="urn:microsoft.com/office/officeart/2018/2/layout/IconLabelDescriptionList"/>
    <dgm:cxn modelId="{5AE1A8B0-C0C3-42A6-8CDF-E9BA93EBCDE8}" type="presParOf" srcId="{FB1C783B-75D1-43FB-B42A-B1A13E221EB7}" destId="{F0E343E5-DA58-47DE-A4F5-A079CEF69A92}" srcOrd="1" destOrd="0" presId="urn:microsoft.com/office/officeart/2018/2/layout/IconLabelDescriptionList"/>
    <dgm:cxn modelId="{5F730343-242F-49FF-B5C7-0A3051A909E7}" type="presParOf" srcId="{FB1C783B-75D1-43FB-B42A-B1A13E221EB7}" destId="{E27DFE07-283F-4709-943A-7E76B3C2CDE2}" srcOrd="2" destOrd="0" presId="urn:microsoft.com/office/officeart/2018/2/layout/IconLabelDescriptionList"/>
    <dgm:cxn modelId="{B1595799-6DC8-4550-8878-6365FB1A72F6}" type="presParOf" srcId="{FB1C783B-75D1-43FB-B42A-B1A13E221EB7}" destId="{6DA9FAB9-C6F0-4F3D-B241-079C077B9E9A}" srcOrd="3" destOrd="0" presId="urn:microsoft.com/office/officeart/2018/2/layout/IconLabelDescriptionList"/>
    <dgm:cxn modelId="{EAEE09FF-DAA3-46FA-800C-7A6202218B2E}" type="presParOf" srcId="{FB1C783B-75D1-43FB-B42A-B1A13E221EB7}" destId="{56728320-D6DE-4A1C-BAE0-11828831CA05}" srcOrd="4" destOrd="0" presId="urn:microsoft.com/office/officeart/2018/2/layout/IconLabelDescriptionList"/>
    <dgm:cxn modelId="{56CB749E-7055-472A-B96A-63E91A602E0B}" type="presParOf" srcId="{292E4CB1-DDFA-4253-A8DB-579331BAE94B}" destId="{7D869020-87D3-43A3-87EB-916BC100704A}" srcOrd="5" destOrd="0" presId="urn:microsoft.com/office/officeart/2018/2/layout/IconLabelDescriptionList"/>
    <dgm:cxn modelId="{068A0B9B-9DEE-4762-848D-77C019405877}" type="presParOf" srcId="{292E4CB1-DDFA-4253-A8DB-579331BAE94B}" destId="{33ABB63F-7285-4AEC-A3E5-DEAFD4A495D2}" srcOrd="6" destOrd="0" presId="urn:microsoft.com/office/officeart/2018/2/layout/IconLabelDescriptionList"/>
    <dgm:cxn modelId="{011A972C-6F09-4B5F-BDC9-04C78BDC4B0C}" type="presParOf" srcId="{33ABB63F-7285-4AEC-A3E5-DEAFD4A495D2}" destId="{02B21DAB-EADF-47D7-A10C-BF1DBDBC3B57}" srcOrd="0" destOrd="0" presId="urn:microsoft.com/office/officeart/2018/2/layout/IconLabelDescriptionList"/>
    <dgm:cxn modelId="{0EA677A1-90C4-4732-87E1-44E78B6A63D8}" type="presParOf" srcId="{33ABB63F-7285-4AEC-A3E5-DEAFD4A495D2}" destId="{AC65E812-6275-4C5B-A340-36E6A0F8E919}" srcOrd="1" destOrd="0" presId="urn:microsoft.com/office/officeart/2018/2/layout/IconLabelDescriptionList"/>
    <dgm:cxn modelId="{93A2CAE6-92AA-44DA-9224-D8B611B483B5}" type="presParOf" srcId="{33ABB63F-7285-4AEC-A3E5-DEAFD4A495D2}" destId="{2189599C-5046-4972-9E6A-86B14C263302}" srcOrd="2" destOrd="0" presId="urn:microsoft.com/office/officeart/2018/2/layout/IconLabelDescriptionList"/>
    <dgm:cxn modelId="{CB7EC215-02C8-4585-8ABF-F4379179F821}" type="presParOf" srcId="{33ABB63F-7285-4AEC-A3E5-DEAFD4A495D2}" destId="{6B36D51B-7428-43F7-AD63-CEBBF38CB165}" srcOrd="3" destOrd="0" presId="urn:microsoft.com/office/officeart/2018/2/layout/IconLabelDescriptionList"/>
    <dgm:cxn modelId="{627F4C42-00C4-4BE8-B30C-E5E73E0ACCC3}" type="presParOf" srcId="{33ABB63F-7285-4AEC-A3E5-DEAFD4A495D2}" destId="{1B0249AE-DFE1-44CA-9E9A-65AA4829FEC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0F63B-7143-43C8-BFAA-38C97CC02FD1}">
      <dsp:nvSpPr>
        <dsp:cNvPr id="0" name=""/>
        <dsp:cNvSpPr/>
      </dsp:nvSpPr>
      <dsp:spPr>
        <a:xfrm>
          <a:off x="0" y="34367"/>
          <a:ext cx="6002110" cy="8394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 Case 1: Sensor Data</a:t>
          </a:r>
        </a:p>
      </dsp:txBody>
      <dsp:txXfrm>
        <a:off x="40980" y="75347"/>
        <a:ext cx="5920150" cy="757514"/>
      </dsp:txXfrm>
    </dsp:sp>
    <dsp:sp modelId="{B88B9428-AF0A-46EE-8DB9-0B13B43C48F0}">
      <dsp:nvSpPr>
        <dsp:cNvPr id="0" name=""/>
        <dsp:cNvSpPr/>
      </dsp:nvSpPr>
      <dsp:spPr>
        <a:xfrm>
          <a:off x="0" y="974642"/>
          <a:ext cx="6002110" cy="839474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 Case 2: </a:t>
          </a:r>
          <a:r>
            <a:rPr lang="de-AT" sz="3500" kern="1200"/>
            <a:t>Sports Analytics</a:t>
          </a:r>
          <a:endParaRPr lang="en-US" sz="3500" kern="1200"/>
        </a:p>
      </dsp:txBody>
      <dsp:txXfrm>
        <a:off x="40980" y="1015622"/>
        <a:ext cx="5920150" cy="757514"/>
      </dsp:txXfrm>
    </dsp:sp>
    <dsp:sp modelId="{3817FEA6-A44E-40DC-B422-443725C8109D}">
      <dsp:nvSpPr>
        <dsp:cNvPr id="0" name=""/>
        <dsp:cNvSpPr/>
      </dsp:nvSpPr>
      <dsp:spPr>
        <a:xfrm>
          <a:off x="0" y="1914917"/>
          <a:ext cx="6002110" cy="839474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Roadmap</a:t>
          </a:r>
        </a:p>
      </dsp:txBody>
      <dsp:txXfrm>
        <a:off x="40980" y="1955897"/>
        <a:ext cx="5920150" cy="757514"/>
      </dsp:txXfrm>
    </dsp:sp>
    <dsp:sp modelId="{F2C4C724-176B-41F1-9AF7-40AD1CE6698A}">
      <dsp:nvSpPr>
        <dsp:cNvPr id="0" name=""/>
        <dsp:cNvSpPr/>
      </dsp:nvSpPr>
      <dsp:spPr>
        <a:xfrm>
          <a:off x="0" y="2855191"/>
          <a:ext cx="6002110" cy="83947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dirty="0" err="1"/>
            <a:t>Conclusion</a:t>
          </a:r>
          <a:endParaRPr lang="de-AT" sz="3500" kern="1200" dirty="0"/>
        </a:p>
      </dsp:txBody>
      <dsp:txXfrm>
        <a:off x="40980" y="2896171"/>
        <a:ext cx="5920150" cy="757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D7D09-89D0-4A09-A07E-241089B4FAD6}">
      <dsp:nvSpPr>
        <dsp:cNvPr id="0" name=""/>
        <dsp:cNvSpPr/>
      </dsp:nvSpPr>
      <dsp:spPr>
        <a:xfrm rot="5400000">
          <a:off x="4284910" y="-1751584"/>
          <a:ext cx="674650" cy="4350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Automatically label </a:t>
          </a:r>
          <a:r>
            <a:rPr lang="en-US" sz="1500" b="1" kern="1200" dirty="0"/>
            <a:t>~54% of breakdowns</a:t>
          </a:r>
          <a:r>
            <a:rPr lang="en-US" sz="1500" kern="1200" dirty="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Significantly reduces expert workload </a:t>
          </a:r>
        </a:p>
      </dsp:txBody>
      <dsp:txXfrm rot="-5400000">
        <a:off x="2447066" y="119194"/>
        <a:ext cx="4317405" cy="608782"/>
      </dsp:txXfrm>
    </dsp:sp>
    <dsp:sp modelId="{D32D4718-55EB-4F3F-890A-8221E4004B2A}">
      <dsp:nvSpPr>
        <dsp:cNvPr id="0" name=""/>
        <dsp:cNvSpPr/>
      </dsp:nvSpPr>
      <dsp:spPr>
        <a:xfrm>
          <a:off x="0" y="1928"/>
          <a:ext cx="2447065" cy="8433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Reduced manual effort</a:t>
          </a:r>
          <a:endParaRPr lang="en-US" sz="1700" kern="1200"/>
        </a:p>
      </dsp:txBody>
      <dsp:txXfrm>
        <a:off x="41167" y="43095"/>
        <a:ext cx="2364731" cy="760979"/>
      </dsp:txXfrm>
    </dsp:sp>
    <dsp:sp modelId="{ABE6F679-B4D8-4BFF-9B60-B471962AD622}">
      <dsp:nvSpPr>
        <dsp:cNvPr id="0" name=""/>
        <dsp:cNvSpPr/>
      </dsp:nvSpPr>
      <dsp:spPr>
        <a:xfrm rot="5400000">
          <a:off x="4284910" y="-866105"/>
          <a:ext cx="674650" cy="4350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Immediate insights into likely failure types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Enables quicker troubleshooting and response</a:t>
          </a:r>
        </a:p>
      </dsp:txBody>
      <dsp:txXfrm rot="-5400000">
        <a:off x="2447066" y="1004673"/>
        <a:ext cx="4317405" cy="608782"/>
      </dsp:txXfrm>
    </dsp:sp>
    <dsp:sp modelId="{3E17ADC1-D9FE-4D80-A136-B43B683E2B9C}">
      <dsp:nvSpPr>
        <dsp:cNvPr id="0" name=""/>
        <dsp:cNvSpPr/>
      </dsp:nvSpPr>
      <dsp:spPr>
        <a:xfrm>
          <a:off x="0" y="887407"/>
          <a:ext cx="2447065" cy="8433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Faster root cause analysis</a:t>
          </a:r>
          <a:endParaRPr lang="en-US" sz="1700" kern="1200"/>
        </a:p>
      </dsp:txBody>
      <dsp:txXfrm>
        <a:off x="41167" y="928574"/>
        <a:ext cx="2364731" cy="760979"/>
      </dsp:txXfrm>
    </dsp:sp>
    <dsp:sp modelId="{9B022201-8811-491B-A0E6-4DA0FAE08654}">
      <dsp:nvSpPr>
        <dsp:cNvPr id="0" name=""/>
        <dsp:cNvSpPr/>
      </dsp:nvSpPr>
      <dsp:spPr>
        <a:xfrm rot="5400000">
          <a:off x="4284910" y="19373"/>
          <a:ext cx="674650" cy="4350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Identifies </a:t>
          </a:r>
          <a:r>
            <a:rPr lang="en-US" sz="1500" b="1" kern="1200"/>
            <a:t>subtypes within failure types</a:t>
          </a:r>
          <a:r>
            <a:rPr lang="en-US" sz="1500" kern="120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Reveals </a:t>
          </a:r>
          <a:r>
            <a:rPr lang="en-US" sz="1500" b="1" kern="1200"/>
            <a:t>overlapping and ambiguous cases</a:t>
          </a:r>
          <a:endParaRPr lang="en-US" sz="1500" kern="1200"/>
        </a:p>
      </dsp:txBody>
      <dsp:txXfrm rot="-5400000">
        <a:off x="2447066" y="1890151"/>
        <a:ext cx="4317405" cy="608782"/>
      </dsp:txXfrm>
    </dsp:sp>
    <dsp:sp modelId="{57EFAFB6-87DE-450B-A971-C0E32E70E410}">
      <dsp:nvSpPr>
        <dsp:cNvPr id="0" name=""/>
        <dsp:cNvSpPr/>
      </dsp:nvSpPr>
      <dsp:spPr>
        <a:xfrm>
          <a:off x="0" y="1772886"/>
          <a:ext cx="2447065" cy="8433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Better understanding of machine behavior</a:t>
          </a:r>
          <a:endParaRPr lang="en-US" sz="1700" kern="1200"/>
        </a:p>
      </dsp:txBody>
      <dsp:txXfrm>
        <a:off x="41167" y="1814053"/>
        <a:ext cx="2364731" cy="760979"/>
      </dsp:txXfrm>
    </dsp:sp>
    <dsp:sp modelId="{4D1EAF9B-4566-4D98-B912-86535AFFD3C7}">
      <dsp:nvSpPr>
        <dsp:cNvPr id="0" name=""/>
        <dsp:cNvSpPr/>
      </dsp:nvSpPr>
      <dsp:spPr>
        <a:xfrm rot="5400000">
          <a:off x="4284910" y="904852"/>
          <a:ext cx="674650" cy="4350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Uncertain cases can be reviewed by experts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New labels improve the model over time</a:t>
          </a:r>
        </a:p>
      </dsp:txBody>
      <dsp:txXfrm rot="-5400000">
        <a:off x="2447066" y="2775630"/>
        <a:ext cx="4317405" cy="608782"/>
      </dsp:txXfrm>
    </dsp:sp>
    <dsp:sp modelId="{E3D3F0A6-1E0C-41E6-B7E3-AD8C94807A15}">
      <dsp:nvSpPr>
        <dsp:cNvPr id="0" name=""/>
        <dsp:cNvSpPr/>
      </dsp:nvSpPr>
      <dsp:spPr>
        <a:xfrm>
          <a:off x="0" y="2658365"/>
          <a:ext cx="2447065" cy="8433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Continuous improvement</a:t>
          </a:r>
          <a:endParaRPr lang="en-US" sz="1700" kern="1200"/>
        </a:p>
      </dsp:txBody>
      <dsp:txXfrm>
        <a:off x="41167" y="2699532"/>
        <a:ext cx="2364731" cy="760979"/>
      </dsp:txXfrm>
    </dsp:sp>
    <dsp:sp modelId="{EA7D5544-029E-419D-BA5C-72DF98324D7C}">
      <dsp:nvSpPr>
        <dsp:cNvPr id="0" name=""/>
        <dsp:cNvSpPr/>
      </dsp:nvSpPr>
      <dsp:spPr>
        <a:xfrm rot="5400000">
          <a:off x="4284910" y="1790331"/>
          <a:ext cx="674650" cy="4350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Can be applied across multiple machines or sites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Enables standardized and data-driven diagnostics</a:t>
          </a:r>
        </a:p>
      </dsp:txBody>
      <dsp:txXfrm rot="-5400000">
        <a:off x="2447066" y="3661109"/>
        <a:ext cx="4317405" cy="608782"/>
      </dsp:txXfrm>
    </dsp:sp>
    <dsp:sp modelId="{3585662D-99E9-4F18-BA7F-6CB4FC89932B}">
      <dsp:nvSpPr>
        <dsp:cNvPr id="0" name=""/>
        <dsp:cNvSpPr/>
      </dsp:nvSpPr>
      <dsp:spPr>
        <a:xfrm>
          <a:off x="0" y="3543844"/>
          <a:ext cx="2447065" cy="8433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5. Scalable solution</a:t>
          </a:r>
          <a:endParaRPr lang="en-US" sz="1700" kern="1200"/>
        </a:p>
      </dsp:txBody>
      <dsp:txXfrm>
        <a:off x="41167" y="3585011"/>
        <a:ext cx="2364731" cy="7609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D489E-C899-46CE-97B4-3BC98A1AE7FC}">
      <dsp:nvSpPr>
        <dsp:cNvPr id="0" name=""/>
        <dsp:cNvSpPr/>
      </dsp:nvSpPr>
      <dsp:spPr>
        <a:xfrm>
          <a:off x="0" y="2269"/>
          <a:ext cx="10571921" cy="10613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944AD-34C2-4133-B313-F8998BFA2FB8}">
      <dsp:nvSpPr>
        <dsp:cNvPr id="0" name=""/>
        <dsp:cNvSpPr/>
      </dsp:nvSpPr>
      <dsp:spPr>
        <a:xfrm>
          <a:off x="321068" y="241081"/>
          <a:ext cx="583761" cy="5837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46BC0-2F0E-4108-AA48-D8AA4B33DD39}">
      <dsp:nvSpPr>
        <dsp:cNvPr id="0" name=""/>
        <dsp:cNvSpPr/>
      </dsp:nvSpPr>
      <dsp:spPr>
        <a:xfrm>
          <a:off x="1225898" y="2269"/>
          <a:ext cx="4757364" cy="106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330" tIns="112330" rIns="112330" bIns="11233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video data of soccer games </a:t>
          </a:r>
        </a:p>
      </dsp:txBody>
      <dsp:txXfrm>
        <a:off x="1225898" y="2269"/>
        <a:ext cx="4757364" cy="1061384"/>
      </dsp:txXfrm>
    </dsp:sp>
    <dsp:sp modelId="{3CA21BF0-8BFB-4723-8464-3822DF872375}">
      <dsp:nvSpPr>
        <dsp:cNvPr id="0" name=""/>
        <dsp:cNvSpPr/>
      </dsp:nvSpPr>
      <dsp:spPr>
        <a:xfrm>
          <a:off x="5983263" y="2269"/>
          <a:ext cx="4587460" cy="106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330" tIns="112330" rIns="112330" bIns="11233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Count how many players from each team are visible on screen at any moment</a:t>
          </a:r>
        </a:p>
      </dsp:txBody>
      <dsp:txXfrm>
        <a:off x="5983263" y="2269"/>
        <a:ext cx="4587460" cy="1061384"/>
      </dsp:txXfrm>
    </dsp:sp>
    <dsp:sp modelId="{90F9F7D0-FB53-4684-B377-75924D099791}">
      <dsp:nvSpPr>
        <dsp:cNvPr id="0" name=""/>
        <dsp:cNvSpPr/>
      </dsp:nvSpPr>
      <dsp:spPr>
        <a:xfrm>
          <a:off x="0" y="1328999"/>
          <a:ext cx="10571921" cy="10613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1CDA3-1DE3-4D7F-8EC1-4B5E8330B483}">
      <dsp:nvSpPr>
        <dsp:cNvPr id="0" name=""/>
        <dsp:cNvSpPr/>
      </dsp:nvSpPr>
      <dsp:spPr>
        <a:xfrm>
          <a:off x="321068" y="1567811"/>
          <a:ext cx="583761" cy="5837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74C65-24F7-4F4B-B523-F78051A98662}">
      <dsp:nvSpPr>
        <dsp:cNvPr id="0" name=""/>
        <dsp:cNvSpPr/>
      </dsp:nvSpPr>
      <dsp:spPr>
        <a:xfrm>
          <a:off x="1225898" y="1328999"/>
          <a:ext cx="4757364" cy="106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330" tIns="112330" rIns="112330" bIns="11233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Challenges</a:t>
          </a:r>
          <a:endParaRPr lang="en-US" sz="2500" kern="1200"/>
        </a:p>
      </dsp:txBody>
      <dsp:txXfrm>
        <a:off x="1225898" y="1328999"/>
        <a:ext cx="4757364" cy="1061384"/>
      </dsp:txXfrm>
    </dsp:sp>
    <dsp:sp modelId="{E29819CA-84DA-4121-B05C-2752BEBCC8BE}">
      <dsp:nvSpPr>
        <dsp:cNvPr id="0" name=""/>
        <dsp:cNvSpPr/>
      </dsp:nvSpPr>
      <dsp:spPr>
        <a:xfrm>
          <a:off x="5983263" y="1328999"/>
          <a:ext cx="4587460" cy="106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330" tIns="112330" rIns="112330" bIns="11233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Dynamic video (players moving, occlusions)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Different team colors in each match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Presence of referees and non-players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 predefined labels for teams</a:t>
          </a:r>
        </a:p>
      </dsp:txBody>
      <dsp:txXfrm>
        <a:off x="5983263" y="1328999"/>
        <a:ext cx="4587460" cy="1061384"/>
      </dsp:txXfrm>
    </dsp:sp>
    <dsp:sp modelId="{F3902697-41E1-4878-A7BC-21480D0FB3A1}">
      <dsp:nvSpPr>
        <dsp:cNvPr id="0" name=""/>
        <dsp:cNvSpPr/>
      </dsp:nvSpPr>
      <dsp:spPr>
        <a:xfrm>
          <a:off x="0" y="2655730"/>
          <a:ext cx="10571921" cy="10613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89098-3C4C-42B2-B1FD-24E4EEDF7131}">
      <dsp:nvSpPr>
        <dsp:cNvPr id="0" name=""/>
        <dsp:cNvSpPr/>
      </dsp:nvSpPr>
      <dsp:spPr>
        <a:xfrm>
          <a:off x="321068" y="2894541"/>
          <a:ext cx="583761" cy="5837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05B01-5EB6-4FFD-A75A-54B5B0A8DC42}">
      <dsp:nvSpPr>
        <dsp:cNvPr id="0" name=""/>
        <dsp:cNvSpPr/>
      </dsp:nvSpPr>
      <dsp:spPr>
        <a:xfrm>
          <a:off x="1225898" y="2655730"/>
          <a:ext cx="4757364" cy="106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330" tIns="112330" rIns="112330" bIns="11233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Goal</a:t>
          </a:r>
          <a:endParaRPr lang="en-US" sz="2500" kern="1200"/>
        </a:p>
      </dsp:txBody>
      <dsp:txXfrm>
        <a:off x="1225898" y="2655730"/>
        <a:ext cx="4757364" cy="1061384"/>
      </dsp:txXfrm>
    </dsp:sp>
    <dsp:sp modelId="{81B021C9-C53A-4465-B22C-2306EF7A6527}">
      <dsp:nvSpPr>
        <dsp:cNvPr id="0" name=""/>
        <dsp:cNvSpPr/>
      </dsp:nvSpPr>
      <dsp:spPr>
        <a:xfrm>
          <a:off x="5983263" y="2655730"/>
          <a:ext cx="4587460" cy="1061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330" tIns="112330" rIns="112330" bIns="11233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 an automated system that: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Detects players in video frames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Assigns them to the correct team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Provides real-time or batch player counts per team</a:t>
          </a:r>
        </a:p>
      </dsp:txBody>
      <dsp:txXfrm>
        <a:off x="5983263" y="2655730"/>
        <a:ext cx="4587460" cy="10613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6EFDE-1495-4C35-B785-252B45874B0D}">
      <dsp:nvSpPr>
        <dsp:cNvPr id="0" name=""/>
        <dsp:cNvSpPr/>
      </dsp:nvSpPr>
      <dsp:spPr>
        <a:xfrm>
          <a:off x="10090" y="518597"/>
          <a:ext cx="3426543" cy="102796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Expected Output</a:t>
          </a:r>
          <a:endParaRPr lang="en-US" sz="3200" kern="1200"/>
        </a:p>
      </dsp:txBody>
      <dsp:txXfrm>
        <a:off x="10090" y="518597"/>
        <a:ext cx="3426543" cy="1027963"/>
      </dsp:txXfrm>
    </dsp:sp>
    <dsp:sp modelId="{E1869018-3ADC-481E-89AF-37E24C8F385A}">
      <dsp:nvSpPr>
        <dsp:cNvPr id="0" name=""/>
        <dsp:cNvSpPr/>
      </dsp:nvSpPr>
      <dsp:spPr>
        <a:xfrm>
          <a:off x="10090" y="1546560"/>
          <a:ext cx="3426543" cy="22861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Real-time or batch counts of visible players per team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Example: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Team A: 6 players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Team B: 5 players</a:t>
          </a:r>
        </a:p>
      </dsp:txBody>
      <dsp:txXfrm>
        <a:off x="10090" y="1546560"/>
        <a:ext cx="3426543" cy="2286179"/>
      </dsp:txXfrm>
    </dsp:sp>
    <dsp:sp modelId="{FB2E7CF8-5CB2-4A45-8602-6934C7F52792}">
      <dsp:nvSpPr>
        <dsp:cNvPr id="0" name=""/>
        <dsp:cNvSpPr/>
      </dsp:nvSpPr>
      <dsp:spPr>
        <a:xfrm>
          <a:off x="3544528" y="518597"/>
          <a:ext cx="3426543" cy="1027963"/>
        </a:xfrm>
        <a:prstGeom prst="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Insights</a:t>
          </a:r>
          <a:endParaRPr lang="en-US" sz="3200" kern="1200"/>
        </a:p>
      </dsp:txBody>
      <dsp:txXfrm>
        <a:off x="3544528" y="518597"/>
        <a:ext cx="3426543" cy="1027963"/>
      </dsp:txXfrm>
    </dsp:sp>
    <dsp:sp modelId="{3F9A4554-6A98-4E3C-B629-19F987EEFF2B}">
      <dsp:nvSpPr>
        <dsp:cNvPr id="0" name=""/>
        <dsp:cNvSpPr/>
      </dsp:nvSpPr>
      <dsp:spPr>
        <a:xfrm>
          <a:off x="3544528" y="1546560"/>
          <a:ext cx="3426543" cy="2286179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Enables quick understanding of player distribution on screen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 support further analytics (e.g. formations, coverage)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Works without predefined team labels</a:t>
          </a:r>
        </a:p>
      </dsp:txBody>
      <dsp:txXfrm>
        <a:off x="3544528" y="1546560"/>
        <a:ext cx="3426543" cy="2286179"/>
      </dsp:txXfrm>
    </dsp:sp>
    <dsp:sp modelId="{5CBBEF28-004C-4350-8368-33C35A445959}">
      <dsp:nvSpPr>
        <dsp:cNvPr id="0" name=""/>
        <dsp:cNvSpPr/>
      </dsp:nvSpPr>
      <dsp:spPr>
        <a:xfrm>
          <a:off x="7078966" y="518597"/>
          <a:ext cx="3426543" cy="1027963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Limitations </a:t>
          </a:r>
          <a:endParaRPr lang="en-US" sz="3200" kern="1200"/>
        </a:p>
      </dsp:txBody>
      <dsp:txXfrm>
        <a:off x="7078966" y="518597"/>
        <a:ext cx="3426543" cy="1027963"/>
      </dsp:txXfrm>
    </dsp:sp>
    <dsp:sp modelId="{1A0A58C7-00A1-4C10-9852-5AADD987E774}">
      <dsp:nvSpPr>
        <dsp:cNvPr id="0" name=""/>
        <dsp:cNvSpPr/>
      </dsp:nvSpPr>
      <dsp:spPr>
        <a:xfrm>
          <a:off x="7078966" y="1546560"/>
          <a:ext cx="3426543" cy="2286179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Sensitive to lighting and color variations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Difficult cases: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overlapping players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similar jersey colors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Goalkeeper and referee detection requires additional logic</a:t>
          </a:r>
        </a:p>
      </dsp:txBody>
      <dsp:txXfrm>
        <a:off x="7078966" y="1546560"/>
        <a:ext cx="3426543" cy="22861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809F6-60CE-42D1-B73F-88537596A500}">
      <dsp:nvSpPr>
        <dsp:cNvPr id="0" name=""/>
        <dsp:cNvSpPr/>
      </dsp:nvSpPr>
      <dsp:spPr>
        <a:xfrm>
          <a:off x="8092" y="1091417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056A6-A20D-44D8-B131-AECC951AF976}">
      <dsp:nvSpPr>
        <dsp:cNvPr id="0" name=""/>
        <dsp:cNvSpPr/>
      </dsp:nvSpPr>
      <dsp:spPr>
        <a:xfrm>
          <a:off x="8092" y="2003562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Faster Video Analysis</a:t>
          </a:r>
          <a:endParaRPr lang="en-US" sz="2000" kern="1200"/>
        </a:p>
      </dsp:txBody>
      <dsp:txXfrm>
        <a:off x="8092" y="2003562"/>
        <a:ext cx="2320312" cy="348046"/>
      </dsp:txXfrm>
    </dsp:sp>
    <dsp:sp modelId="{E49358BC-47F2-4637-87A8-11E27B1E6B24}">
      <dsp:nvSpPr>
        <dsp:cNvPr id="0" name=""/>
        <dsp:cNvSpPr/>
      </dsp:nvSpPr>
      <dsp:spPr>
        <a:xfrm>
          <a:off x="8092" y="2398136"/>
          <a:ext cx="2320312" cy="101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Automatically counts players on screen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need to manually review video</a:t>
          </a:r>
        </a:p>
      </dsp:txBody>
      <dsp:txXfrm>
        <a:off x="8092" y="2398136"/>
        <a:ext cx="2320312" cy="1019672"/>
      </dsp:txXfrm>
    </dsp:sp>
    <dsp:sp modelId="{62CA29ED-CF51-4FD6-A823-725F6C455DAB}">
      <dsp:nvSpPr>
        <dsp:cNvPr id="0" name=""/>
        <dsp:cNvSpPr/>
      </dsp:nvSpPr>
      <dsp:spPr>
        <a:xfrm>
          <a:off x="2734460" y="1091417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DBF13-D33D-4A48-ACBE-547E70C30912}">
      <dsp:nvSpPr>
        <dsp:cNvPr id="0" name=""/>
        <dsp:cNvSpPr/>
      </dsp:nvSpPr>
      <dsp:spPr>
        <a:xfrm>
          <a:off x="2734460" y="2003562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Save Time &amp; Effort</a:t>
          </a:r>
          <a:endParaRPr lang="en-US" sz="2000" kern="1200"/>
        </a:p>
      </dsp:txBody>
      <dsp:txXfrm>
        <a:off x="2734460" y="2003562"/>
        <a:ext cx="2320312" cy="348046"/>
      </dsp:txXfrm>
    </dsp:sp>
    <dsp:sp modelId="{6536D85D-0C91-4553-9B22-CD6BA8FE7AF3}">
      <dsp:nvSpPr>
        <dsp:cNvPr id="0" name=""/>
        <dsp:cNvSpPr/>
      </dsp:nvSpPr>
      <dsp:spPr>
        <a:xfrm>
          <a:off x="2734460" y="2398136"/>
          <a:ext cx="2320312" cy="101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Reduces manual work for analysts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 process many matches quickly</a:t>
          </a:r>
        </a:p>
      </dsp:txBody>
      <dsp:txXfrm>
        <a:off x="2734460" y="2398136"/>
        <a:ext cx="2320312" cy="1019672"/>
      </dsp:txXfrm>
    </dsp:sp>
    <dsp:sp modelId="{A7F9ACFE-238D-448B-A8E6-41D11B126254}">
      <dsp:nvSpPr>
        <dsp:cNvPr id="0" name=""/>
        <dsp:cNvSpPr/>
      </dsp:nvSpPr>
      <dsp:spPr>
        <a:xfrm>
          <a:off x="5460827" y="1091417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DFE07-283F-4709-943A-7E76B3C2CDE2}">
      <dsp:nvSpPr>
        <dsp:cNvPr id="0" name=""/>
        <dsp:cNvSpPr/>
      </dsp:nvSpPr>
      <dsp:spPr>
        <a:xfrm>
          <a:off x="5460827" y="2003562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Better Insights</a:t>
          </a:r>
          <a:endParaRPr lang="en-US" sz="2000" kern="1200"/>
        </a:p>
      </dsp:txBody>
      <dsp:txXfrm>
        <a:off x="5460827" y="2003562"/>
        <a:ext cx="2320312" cy="348046"/>
      </dsp:txXfrm>
    </dsp:sp>
    <dsp:sp modelId="{56728320-D6DE-4A1C-BAE0-11828831CA05}">
      <dsp:nvSpPr>
        <dsp:cNvPr id="0" name=""/>
        <dsp:cNvSpPr/>
      </dsp:nvSpPr>
      <dsp:spPr>
        <a:xfrm>
          <a:off x="5460827" y="2398136"/>
          <a:ext cx="2320312" cy="101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Shows how players are distributed on the field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Helps understand team behavior during the game</a:t>
          </a:r>
        </a:p>
      </dsp:txBody>
      <dsp:txXfrm>
        <a:off x="5460827" y="2398136"/>
        <a:ext cx="2320312" cy="1019672"/>
      </dsp:txXfrm>
    </dsp:sp>
    <dsp:sp modelId="{02B21DAB-EADF-47D7-A10C-BF1DBDBC3B57}">
      <dsp:nvSpPr>
        <dsp:cNvPr id="0" name=""/>
        <dsp:cNvSpPr/>
      </dsp:nvSpPr>
      <dsp:spPr>
        <a:xfrm>
          <a:off x="8187194" y="1091417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9599C-5046-4972-9E6A-86B14C263302}">
      <dsp:nvSpPr>
        <dsp:cNvPr id="0" name=""/>
        <dsp:cNvSpPr/>
      </dsp:nvSpPr>
      <dsp:spPr>
        <a:xfrm>
          <a:off x="8187194" y="2003562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/>
            <a:t>Future Potential</a:t>
          </a:r>
          <a:endParaRPr lang="en-US" sz="2000" kern="1200"/>
        </a:p>
      </dsp:txBody>
      <dsp:txXfrm>
        <a:off x="8187194" y="2003562"/>
        <a:ext cx="2320312" cy="348046"/>
      </dsp:txXfrm>
    </dsp:sp>
    <dsp:sp modelId="{1B0249AE-DFE1-44CA-9E9A-65AA4829FECE}">
      <dsp:nvSpPr>
        <dsp:cNvPr id="0" name=""/>
        <dsp:cNvSpPr/>
      </dsp:nvSpPr>
      <dsp:spPr>
        <a:xfrm>
          <a:off x="8187194" y="2398136"/>
          <a:ext cx="2320312" cy="1019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 be extended to: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track players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analyze formations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detect important events</a:t>
          </a:r>
        </a:p>
      </dsp:txBody>
      <dsp:txXfrm>
        <a:off x="8187194" y="2398136"/>
        <a:ext cx="2320312" cy="1019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B3298-B835-4F58-9C32-36418B12588C}" type="datetimeFigureOut">
              <a:rPr lang="de-AT" smtClean="0"/>
              <a:t>04.04.2026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8238B-6E0F-420E-80D9-F5058CA6FAC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704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2126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26962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E3B6-2F9F-8766-EC39-F8F75DB0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9C25650-1487-8BD7-0E3F-462B20964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3031D0-2CA6-45F8-56CE-CF16FA725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FBDDBD-DEC5-C321-3604-25D333C15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9270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7286-AB5C-47E3-FBBF-757DC696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325B682-0725-FD43-DE0C-D608B0ADD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FA0EC67-9674-AAD8-5146-099D9A1C1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B01564-D2D4-DB55-716D-4BD449399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1234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6A52-C21D-3DFA-4701-D301D047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66B7D9-851D-EE9E-909D-40F361466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CCBD232-50A8-2250-A03D-59753F1AB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700803-BE35-E971-636B-D423DD27D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2948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46DA-AFC2-F2A5-C988-A7BA9AA3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74D48AC-3CC3-483B-0770-B8C06EFFA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E0218E-8893-D719-4F7E-85CA34050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A8DAFC-8053-9E62-9FCE-F9E0ADE7C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1861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7046-B3C8-5DB6-0021-C888D11E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FDEB3AC-0E8D-F3F7-524E-1CDCED39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3057A99-14AE-8FE5-5DC4-A86046539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BAC1C2-9292-FEE8-6C1C-001EA08AC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5878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957D-F445-3CE4-962C-B1E8A5C1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081CE6-3041-84ED-9756-14150B5DA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BA89CDD-761D-AB2A-F5E9-C7A064A21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89BB6F-208A-085A-6185-5E11D1A41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49204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89EC-45A0-802D-5061-090CB247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E759430-7917-0A65-1FC5-B5E75D257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7E07ED-5C2B-F413-3B50-2763432EF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BC8C74-282F-987F-830E-3E0CA03A7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00432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3AC2-8D63-3E88-3963-3A6EBD6C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7F17EF-F661-D001-2382-BD92C7665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C5BC2C4-CBF3-1549-F991-528FED0D6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F38C78-BC9A-4DC9-693A-C6CC1D083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2087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C6EA-2ADB-4B45-0619-4E0F7AD4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08DA4C-67B1-FCEB-C38F-7656580C5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2DE7CC8-CD8A-3C4E-92EB-D5C507F65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D759BF-4919-B817-8A69-CAA3FB3C6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3027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A82AF-40F3-D462-E3F4-41BD56A8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C2912AB-12DF-5EBC-6726-9B4467135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1A7C7E-9C65-E02D-7609-EB74CC4E6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84A425-B30C-282D-9800-E3C8A7490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1826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D480E-FA6D-703F-B05A-09EB1C61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25AD86-3723-0D3F-6311-A0EE866BA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852F206-14B6-F009-6E6B-E23CD574C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E23A14-DB2D-DAC1-4E85-E9C847E76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68295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04E3-636C-C63C-BFFA-A691D01D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3FB71D-8D60-0F0F-12A2-9A2CD0103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55AF39-9DCD-4E8D-0435-D26809C2F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998D7F-61DC-C0B0-3C4A-007DE8FEA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4921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8005-52D1-5998-80CD-B5DD82BB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1AA506-555A-3C11-8117-32BFE734C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CE5A64-A86C-B5D1-4339-33AE94B65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431C01-486C-AA6D-B044-B5D4986F1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4340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D0B5A-3214-0CC6-53D9-2867BEB8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D3CDDA-DDEF-6A9B-62BB-BDA3BEA4B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8FFAE3-6BCF-E2B6-5B95-1C141F7E3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87CD26-A7A0-A6FD-3607-0DFD0D670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8238B-6E0F-420E-80D9-F5058CA6FAC7}" type="slidenum">
              <a:rPr lang="de-AT" smtClean="0"/>
              <a:t>19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071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9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5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4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4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9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37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042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4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5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66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3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E96A5-93EA-451A-88A2-0C4325907D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/>
        <p:txBody>
          <a:bodyPr>
            <a:noAutofit/>
          </a:bodyPr>
          <a:lstStyle>
            <a:lvl1pPr>
              <a:defRPr/>
            </a:lvl1pPr>
          </a:lstStyle>
          <a:p>
            <a:r>
              <a:rPr lang="de-DE" dirty="0"/>
              <a:t>Überschrift einzeilig 40pt (zweizeilig 24pt/ZAB 1pt)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5D6AE95-30E2-4E14-9028-628793137D1D}"/>
              </a:ext>
            </a:extLst>
          </p:cNvPr>
          <p:cNvSpPr>
            <a:spLocks noGrp="1"/>
          </p:cNvSpPr>
          <p:nvPr>
            <p:ph sz="quarter" idx="12"/>
          </p:nvPr>
        </p:nvSpPr>
        <p:spPr bwMode="gray">
          <a:xfrm>
            <a:off x="479425" y="1484312"/>
            <a:ext cx="5472575" cy="4897437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0BABE80-E0D1-46E7-8B60-730D1088E23E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6240462" y="1483726"/>
            <a:ext cx="5472113" cy="489802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6012E-E93D-4C6E-B36C-9B415A1BFFE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r>
              <a:rPr lang="de-DE"/>
              <a:t>&lt;Angaben über Einfügen | Kopf- und Fußzeile definieren&gt; vertraulich, intern, offen | Autor*in | Thema der Präsentation | Datum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020DE-EDFB-4D4F-BD26-4102545975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A5E10D-79A5-49BA-9648-53481340C65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9966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7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0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>
            <a:extLst>
              <a:ext uri="{FF2B5EF4-FFF2-40B4-BE49-F238E27FC236}">
                <a16:creationId xmlns:a16="http://schemas.microsoft.com/office/drawing/2014/main" id="{15436287-6E47-3ECE-878D-3D91A17A96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5" r="23523" b="-1"/>
          <a:stretch>
            <a:fillRect/>
          </a:stretch>
        </p:blipFill>
        <p:spPr>
          <a:xfrm>
            <a:off x="5318308" y="10"/>
            <a:ext cx="6873692" cy="685799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6CB141B-77A5-E772-71A7-C2B5E2D8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891" y="1061686"/>
            <a:ext cx="7214624" cy="3101751"/>
          </a:xfrm>
        </p:spPr>
        <p:txBody>
          <a:bodyPr anchor="t">
            <a:normAutofit/>
          </a:bodyPr>
          <a:lstStyle/>
          <a:p>
            <a:r>
              <a:rPr lang="en-US" sz="6600" dirty="0"/>
              <a:t>ML6 – Senior AI Engineer Use Case Solutions</a:t>
            </a:r>
            <a:endParaRPr lang="de-AT" sz="66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880F03-612B-87B5-05AB-44F3BD8E9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883144"/>
            <a:ext cx="4175308" cy="941926"/>
          </a:xfrm>
        </p:spPr>
        <p:txBody>
          <a:bodyPr anchor="b">
            <a:normAutofit/>
          </a:bodyPr>
          <a:lstStyle/>
          <a:p>
            <a:r>
              <a:rPr lang="de-DE"/>
              <a:t>Presented by Kaveh Kasaee Roodsari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6681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2691B-344F-069A-FDBB-BE3FA8EC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E0B00B-C314-29B8-5D18-712CBE7F974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Agenda</a:t>
            </a:r>
          </a:p>
        </p:txBody>
      </p:sp>
      <p:pic>
        <p:nvPicPr>
          <p:cNvPr id="28" name="Picture 25">
            <a:extLst>
              <a:ext uri="{FF2B5EF4-FFF2-40B4-BE49-F238E27FC236}">
                <a16:creationId xmlns:a16="http://schemas.microsoft.com/office/drawing/2014/main" id="{F8B9FB72-2CD5-D842-75AD-0F0738B61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0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4C441F-8012-65D4-542F-75B5F5118F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A5E10D-79A5-49BA-9648-53481340C65F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32" name="Inhaltsplatzhalter 4">
            <a:extLst>
              <a:ext uri="{FF2B5EF4-FFF2-40B4-BE49-F238E27FC236}">
                <a16:creationId xmlns:a16="http://schemas.microsoft.com/office/drawing/2014/main" id="{353558AE-4940-FDD5-A505-2A993F755D31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77764164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023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45B67A-DB0B-49A5-A90C-50E7DA68B06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1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Overview: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Data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BDFB8913-B019-4991-B2D5-89D5D8DF1109}"/>
              </a:ext>
            </a:extLst>
          </p:cNvPr>
          <p:cNvSpPr>
            <a:spLocks noGrp="1"/>
          </p:cNvSpPr>
          <p:nvPr>
            <p:ph sz="quarter" idx="12"/>
          </p:nvPr>
        </p:nvSpPr>
        <p:spPr bwMode="gray"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</a:t>
            </a:r>
          </a:p>
          <a:p>
            <a:r>
              <a:rPr lang="en-US" dirty="0"/>
              <a:t>Solution overview 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Results &amp; Insights</a:t>
            </a:r>
          </a:p>
          <a:p>
            <a:r>
              <a:rPr lang="en-US" dirty="0"/>
              <a:t>Business value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  <a:p>
            <a:pPr marL="28575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EBB8196-174C-452D-B5D8-CC88BF384A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9541564" y="6356350"/>
            <a:ext cx="18122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3031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A2DFE-64CE-B810-7771-72DFD425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4">
            <a:extLst>
              <a:ext uri="{FF2B5EF4-FFF2-40B4-BE49-F238E27FC236}">
                <a16:creationId xmlns:a16="http://schemas.microsoft.com/office/drawing/2014/main" id="{B80A4ECB-BB33-0A7C-CBED-E0C53BFA9E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03" r="4182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1D6966-BABC-4815-04F7-5F98371DBBF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Problem: Limited Labels, Large Data Volume</a:t>
            </a:r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0E309BF4-440A-E05F-B7B6-CEB61F126CC2}"/>
              </a:ext>
            </a:extLst>
          </p:cNvPr>
          <p:cNvSpPr>
            <a:spLocks noGrp="1"/>
          </p:cNvSpPr>
          <p:nvPr>
            <p:ph sz="quarter" idx="12"/>
          </p:nvPr>
        </p:nvSpPr>
        <p:spPr bwMode="gray"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1600 machine breakdown events recorded via sensors </a:t>
            </a:r>
          </a:p>
          <a:p>
            <a:r>
              <a:rPr lang="en-US" sz="2000"/>
              <a:t>Only 40 cases labeled by experts (~2.5%) </a:t>
            </a:r>
          </a:p>
          <a:p>
            <a:r>
              <a:rPr lang="en-US" sz="2000"/>
              <a:t>Manual labeling is time-consuming and not scalable </a:t>
            </a:r>
          </a:p>
          <a:p>
            <a:r>
              <a:rPr lang="en-US" sz="2000" b="1"/>
              <a:t>Key question:</a:t>
            </a:r>
            <a:br>
              <a:rPr lang="en-US" sz="2000"/>
            </a:br>
            <a:r>
              <a:rPr lang="en-US" sz="2000"/>
              <a:t>How can we leverage the small labeled dataset to extract meaningful insights from the remaining 1560 cases?</a:t>
            </a:r>
          </a:p>
          <a:p>
            <a:pPr marL="0"/>
            <a:endParaRPr lang="en-US" sz="2000"/>
          </a:p>
          <a:p>
            <a:pPr marL="285750"/>
            <a:endParaRPr lang="en-US" sz="200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13506DA-2B33-DBFA-8764-B5541449EEE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6005024" y="6356350"/>
            <a:ext cx="432383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Senior AI Engineer| Kaveh Kasaee  |  ML6 | Solution for Use Cases  | 08.04.2026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BFE7DE4-B64E-F46F-F4FD-EF68AFDC2C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A5E10D-79A5-49BA-9648-53481340C65F}" type="slidenum">
              <a:rPr lang="en-US">
                <a:solidFill>
                  <a:schemeClr val="tx1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4101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CE895-D637-8E17-5A87-5D06D549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52" descr="Leiterplattenhintergrund">
            <a:extLst>
              <a:ext uri="{FF2B5EF4-FFF2-40B4-BE49-F238E27FC236}">
                <a16:creationId xmlns:a16="http://schemas.microsoft.com/office/drawing/2014/main" id="{6660BFB8-2905-111A-C237-E25672CC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6" r="40993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94" name="Rectangle 5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4032AB-F1B3-5FC9-B168-65BEA38612C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Solution Overview</a:t>
            </a:r>
          </a:p>
        </p:txBody>
      </p:sp>
      <p:sp>
        <p:nvSpPr>
          <p:cNvPr id="95" name="Rectangle 1">
            <a:extLst>
              <a:ext uri="{FF2B5EF4-FFF2-40B4-BE49-F238E27FC236}">
                <a16:creationId xmlns:a16="http://schemas.microsoft.com/office/drawing/2014/main" id="{AA5EE78E-FAB0-F7E7-A37E-7ED28F87B07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Use a </a:t>
            </a:r>
            <a:r>
              <a:rPr lang="en-US" altLang="de-DE" sz="2000" dirty="0"/>
              <a:t>h</a:t>
            </a: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ybrid semi-supervised learning approach to combine labeled and unlabeled data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Identify the most informative sensors to reduce noise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Learn patterns from labeled data using a machine learning model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Assign labels to a large portion of the unlabeled data (~54%)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Validate the reliability of these predictions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sz="2000" b="0" i="0" u="none" strike="noStrike" cap="none" normalizeH="0" baseline="0" dirty="0">
                <a:ln>
                  <a:noFill/>
                </a:ln>
                <a:effectLst/>
              </a:rPr>
              <a:t>Use clustering to analyze the remaining data and uncover hidden patterns 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2ECE364-9573-932C-184B-9CF1EA76C9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6005024" y="6356350"/>
            <a:ext cx="432383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Senior AI Engineer| Kaveh Kasaee  |  ML6 | Solution for Use Cases  | 08.04.2026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30094D4-F230-40FC-847F-9EE029DC49A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A5E10D-79A5-49BA-9648-53481340C65F}" type="slidenum">
              <a:rPr lang="en-US">
                <a:solidFill>
                  <a:schemeClr val="tx1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5</a:t>
            </a:fld>
            <a:endParaRPr lang="en-US">
              <a:solidFill>
                <a:schemeClr val="tx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992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CD2B1-9326-5380-07C9-9A2E19A26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89925B-E8B1-4C51-D850-8C9B8271431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62757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/>
              <a:t>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FE3FD9B-AA37-9577-E851-B7F76A7730AF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838200" y="1309172"/>
            <a:ext cx="6797405" cy="4331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 b="1" dirty="0"/>
              <a:t>Data understanding &amp; feature selection</a:t>
            </a:r>
          </a:p>
          <a:p>
            <a:pPr lvl="1"/>
            <a:r>
              <a:rPr lang="en-US" sz="1600" dirty="0"/>
              <a:t>Analyzed labeled data to identify differences in sensor behavior </a:t>
            </a:r>
          </a:p>
          <a:p>
            <a:pPr lvl="1"/>
            <a:r>
              <a:rPr lang="en-US" sz="1600" dirty="0"/>
              <a:t>Selected the most informative sensors using statistical testing (ANOVA) </a:t>
            </a:r>
          </a:p>
          <a:p>
            <a:pPr lvl="1"/>
            <a:r>
              <a:rPr lang="en-US" sz="1600" dirty="0"/>
              <a:t>Reduced to top 5 sensors to focus on key patterns </a:t>
            </a:r>
          </a:p>
          <a:p>
            <a:pPr lvl="1"/>
            <a:r>
              <a:rPr lang="en-US" sz="1600" dirty="0"/>
              <a:t>Verified consistency across full dataset (KS test)</a:t>
            </a:r>
          </a:p>
          <a:p>
            <a:r>
              <a:rPr lang="de-AT" sz="2000" b="1" dirty="0"/>
              <a:t>Modeling &amp; pseudo-</a:t>
            </a:r>
            <a:r>
              <a:rPr lang="de-AT" sz="2000" b="1" dirty="0" err="1"/>
              <a:t>labeling</a:t>
            </a:r>
            <a:endParaRPr lang="de-AT" sz="2000" b="1" dirty="0"/>
          </a:p>
          <a:p>
            <a:pPr lvl="1"/>
            <a:r>
              <a:rPr lang="de-AT" sz="1600" dirty="0" err="1"/>
              <a:t>Trained</a:t>
            </a:r>
            <a:r>
              <a:rPr lang="de-AT" sz="1600" dirty="0"/>
              <a:t> a Random Forest </a:t>
            </a:r>
            <a:r>
              <a:rPr lang="de-AT" sz="1600" dirty="0" err="1"/>
              <a:t>model</a:t>
            </a:r>
            <a:r>
              <a:rPr lang="de-AT" sz="1600" dirty="0"/>
              <a:t> on </a:t>
            </a:r>
            <a:r>
              <a:rPr lang="de-AT" sz="1600" dirty="0" err="1"/>
              <a:t>labeled</a:t>
            </a:r>
            <a:r>
              <a:rPr lang="de-AT" sz="1600" dirty="0"/>
              <a:t> </a:t>
            </a:r>
            <a:r>
              <a:rPr lang="de-AT" sz="1600" dirty="0" err="1"/>
              <a:t>data</a:t>
            </a:r>
            <a:r>
              <a:rPr lang="de-AT" sz="1600" dirty="0"/>
              <a:t> </a:t>
            </a:r>
          </a:p>
          <a:p>
            <a:pPr lvl="1"/>
            <a:r>
              <a:rPr lang="de-AT" sz="1600" dirty="0" err="1"/>
              <a:t>Used</a:t>
            </a:r>
            <a:r>
              <a:rPr lang="de-AT" sz="1600" dirty="0"/>
              <a:t> robust </a:t>
            </a:r>
            <a:r>
              <a:rPr lang="de-AT" sz="1600" dirty="0" err="1"/>
              <a:t>validation</a:t>
            </a:r>
            <a:r>
              <a:rPr lang="de-AT" sz="1600" dirty="0"/>
              <a:t> (LOOCV) due </a:t>
            </a:r>
            <a:r>
              <a:rPr lang="de-AT" sz="1600" dirty="0" err="1"/>
              <a:t>to</a:t>
            </a:r>
            <a:r>
              <a:rPr lang="de-AT" sz="1600" dirty="0"/>
              <a:t> </a:t>
            </a:r>
            <a:r>
              <a:rPr lang="de-AT" sz="1600" dirty="0" err="1"/>
              <a:t>small</a:t>
            </a:r>
            <a:r>
              <a:rPr lang="de-AT" sz="1600" dirty="0"/>
              <a:t> </a:t>
            </a:r>
            <a:r>
              <a:rPr lang="de-AT" sz="1600" dirty="0" err="1"/>
              <a:t>dataset</a:t>
            </a:r>
            <a:r>
              <a:rPr lang="de-AT" sz="1600" dirty="0"/>
              <a:t> </a:t>
            </a:r>
          </a:p>
          <a:p>
            <a:pPr lvl="1"/>
            <a:r>
              <a:rPr lang="de-AT" sz="1600" dirty="0" err="1"/>
              <a:t>Assigned</a:t>
            </a:r>
            <a:r>
              <a:rPr lang="de-AT" sz="1600" dirty="0"/>
              <a:t> </a:t>
            </a:r>
            <a:r>
              <a:rPr lang="de-AT" sz="1600" dirty="0" err="1"/>
              <a:t>labels</a:t>
            </a:r>
            <a:r>
              <a:rPr lang="de-AT" sz="1600" dirty="0"/>
              <a:t> </a:t>
            </a:r>
            <a:r>
              <a:rPr lang="de-AT" sz="1600" dirty="0" err="1"/>
              <a:t>to</a:t>
            </a:r>
            <a:r>
              <a:rPr lang="de-AT" sz="1600" dirty="0"/>
              <a:t> </a:t>
            </a:r>
            <a:r>
              <a:rPr lang="de-AT" sz="1600" dirty="0" err="1"/>
              <a:t>unlabeled</a:t>
            </a:r>
            <a:r>
              <a:rPr lang="de-AT" sz="1600" dirty="0"/>
              <a:t> </a:t>
            </a:r>
            <a:r>
              <a:rPr lang="de-AT" sz="1600" dirty="0" err="1"/>
              <a:t>data</a:t>
            </a:r>
            <a:r>
              <a:rPr lang="de-AT" sz="1600" dirty="0"/>
              <a:t> </a:t>
            </a:r>
            <a:r>
              <a:rPr lang="de-AT" sz="1600" dirty="0" err="1"/>
              <a:t>using</a:t>
            </a:r>
            <a:r>
              <a:rPr lang="de-AT" sz="1600" dirty="0"/>
              <a:t> </a:t>
            </a:r>
            <a:r>
              <a:rPr lang="de-AT" sz="1600" dirty="0" err="1"/>
              <a:t>confidence-based</a:t>
            </a:r>
            <a:r>
              <a:rPr lang="de-AT" sz="1600" dirty="0"/>
              <a:t> </a:t>
            </a:r>
            <a:r>
              <a:rPr lang="de-AT" sz="1600" dirty="0" err="1"/>
              <a:t>predictions</a:t>
            </a:r>
            <a:endParaRPr lang="de-AT" sz="1600" dirty="0"/>
          </a:p>
          <a:p>
            <a:r>
              <a:rPr lang="de-AT" sz="2000" b="1" dirty="0"/>
              <a:t>Clustering </a:t>
            </a:r>
            <a:r>
              <a:rPr lang="de-AT" sz="2000" b="1" dirty="0" err="1"/>
              <a:t>the</a:t>
            </a:r>
            <a:r>
              <a:rPr lang="de-AT" sz="2000" b="1" dirty="0"/>
              <a:t> </a:t>
            </a:r>
            <a:r>
              <a:rPr lang="de-AT" sz="2000" b="1" dirty="0" err="1"/>
              <a:t>remaining</a:t>
            </a:r>
            <a:r>
              <a:rPr lang="de-AT" sz="2000" b="1" dirty="0"/>
              <a:t> </a:t>
            </a:r>
            <a:r>
              <a:rPr lang="de-AT" sz="2000" b="1" dirty="0" err="1"/>
              <a:t>part</a:t>
            </a:r>
            <a:endParaRPr lang="de-AT" sz="2000" b="1" dirty="0"/>
          </a:p>
          <a:p>
            <a:pPr lvl="1">
              <a:lnSpc>
                <a:spcPct val="100000"/>
              </a:lnSpc>
            </a:pPr>
            <a:r>
              <a:rPr lang="en-US" sz="1600" dirty="0"/>
              <a:t>Applied </a:t>
            </a:r>
            <a:r>
              <a:rPr lang="en-US" sz="1600" dirty="0" err="1"/>
              <a:t>KMeans</a:t>
            </a:r>
            <a:r>
              <a:rPr lang="en-US" sz="1600" dirty="0"/>
              <a:t> clustering on remaining unlabeled data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Grouped similar breakdowns based on sensor patterns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Compared clusters with known labels to interpret their meaning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E084F07-9FBC-F334-AFA7-403D9432826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F317379-68FD-958A-5DF6-EEB369A3123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063583B-3C6B-6233-CEB2-DF91771FD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806" y="669024"/>
            <a:ext cx="2715786" cy="280581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4F77E67-FDA7-0EA9-5AC1-B94DB0DAC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671" y="3639816"/>
            <a:ext cx="3393129" cy="258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EECA-6319-FCF2-A00D-2639A7C5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55EEB-0C04-4893-6F0C-88ADBA736D7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AT" sz="4000" dirty="0" err="1"/>
              <a:t>Results</a:t>
            </a:r>
            <a:r>
              <a:rPr lang="de-AT" sz="4000" dirty="0"/>
              <a:t> &amp; </a:t>
            </a:r>
            <a:r>
              <a:rPr lang="de-AT" sz="4000" dirty="0" err="1"/>
              <a:t>Insights</a:t>
            </a:r>
            <a:endParaRPr lang="en-US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7F13283-DAA4-81F2-8F28-49B54928D06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838200" y="2115088"/>
            <a:ext cx="6797405" cy="12703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~54% of unlabeled data automatically labeled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Validation Step</a:t>
            </a: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High consistency with similarity validation (~86%)</a:t>
            </a: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Randomized test confirms non-random structure (~36%)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04173EE-08F6-6DC4-38CE-0C541D35468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0E951C-C60D-0BA5-BD76-D16CE05AC2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3466D3E-7693-5622-85B4-CBC16B174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499749"/>
            <a:ext cx="2303982" cy="23722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FFFB171-A529-72C9-718B-E6F8E6AA2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78" y="3402658"/>
            <a:ext cx="3611953" cy="259682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DAD599A-A0C2-E356-57F8-6A1EA69D0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902" y="3368595"/>
            <a:ext cx="3611953" cy="266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31BB-E94C-5612-4ABA-74CC67C5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742CC-BEA2-1545-4F9B-BE6048A76EC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AT" sz="4000" dirty="0" err="1"/>
              <a:t>Results</a:t>
            </a:r>
            <a:r>
              <a:rPr lang="de-AT" sz="4000" dirty="0"/>
              <a:t> &amp; </a:t>
            </a:r>
            <a:r>
              <a:rPr lang="de-AT" sz="4000" dirty="0" err="1"/>
              <a:t>Insights</a:t>
            </a:r>
            <a:endParaRPr lang="en-US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48F3D2-BD88-8200-3435-F7DC23CCC632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838200" y="2401330"/>
            <a:ext cx="6797405" cy="37193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Remaining data (~43%) forms </a:t>
            </a:r>
            <a:r>
              <a:rPr lang="en-US" sz="2000" b="1" dirty="0"/>
              <a:t>4 meaningful clusters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Clusters correspond to </a:t>
            </a:r>
            <a:r>
              <a:rPr lang="en-US" sz="2000" b="1" dirty="0"/>
              <a:t>variations of known failure types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fr-FR" sz="2000" dirty="0"/>
              <a:t>Failure Type 1 → multiple </a:t>
            </a:r>
            <a:r>
              <a:rPr lang="fr-FR" sz="2000" dirty="0" err="1"/>
              <a:t>subtypes</a:t>
            </a:r>
            <a:endParaRPr lang="fr-FR" sz="2000" dirty="0"/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Failure Type 2 → also has subtypes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Some cases are in between two failure types.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Failure Type 3 is less represented in uncertain data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623039E-C595-4714-C76F-ADB4B0247A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BA3032-EE97-0B11-BC46-F4A4AE81B8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C60D001-709C-082D-9DC2-0AEB7569A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338" y="2553613"/>
            <a:ext cx="4095889" cy="284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2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FE6BD-F8D3-062B-308A-BD3080CA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EDB11-D357-648A-EE70-913F250355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90189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Business value</a:t>
            </a:r>
            <a:endParaRPr lang="en-US" sz="4000" dirty="0"/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6C59DCF5-F5D9-2684-AAC0-2090A0BC212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587830606"/>
              </p:ext>
            </p:extLst>
          </p:nvPr>
        </p:nvGraphicFramePr>
        <p:xfrm>
          <a:off x="838200" y="1455121"/>
          <a:ext cx="6797405" cy="438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FC214EE-49E0-45FE-A357-FE6C2C1AC74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E5927D1-D020-F9D3-3FCA-38750AF873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284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5FEEF-45FB-0BBF-9F00-EAA1A35E4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7585C4-4AD7-AFD4-3D8F-30B4A5E1F1D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Deployment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58DFF7-3A5B-BC42-1AC7-82BCC64B1E2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Sensor data is ingested and stored in </a:t>
            </a:r>
            <a:r>
              <a:rPr lang="en-US" sz="2000" b="1"/>
              <a:t>BigQuery</a:t>
            </a:r>
            <a:r>
              <a:rPr lang="en-US" sz="2000" b="1" dirty="0"/>
              <a:t> / Cloud Storage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The trained model is deployed as a scalable API using </a:t>
            </a:r>
            <a:r>
              <a:rPr lang="en-US" sz="2000" b="1" dirty="0"/>
              <a:t>Cloud Run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New data is processed in </a:t>
            </a:r>
            <a:r>
              <a:rPr lang="en-US" sz="2000" b="1" dirty="0"/>
              <a:t>real-time or batch mode</a:t>
            </a:r>
            <a:r>
              <a:rPr lang="en-US" sz="2000" dirty="0"/>
              <a:t> to generate predictions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Results are stored and visualized in a </a:t>
            </a:r>
            <a:r>
              <a:rPr lang="en-US" sz="2000" b="1" dirty="0"/>
              <a:t>dashboard (Looker Studio)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A feedback loop enables </a:t>
            </a:r>
            <a:r>
              <a:rPr lang="en-US" sz="2000" b="1" dirty="0"/>
              <a:t>continuous learning through expert validation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endParaRPr lang="en-US" sz="2000" b="1" dirty="0"/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endParaRPr lang="en-US" sz="200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CE4114F-6AC7-BE1C-6EA8-F926B6BB88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3131672" y="6356350"/>
            <a:ext cx="329303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Senior AI Engineer| Kaveh Kasaee  |  ML6 | Solution for Use Cases  | 08.04.2026</a:t>
            </a:r>
          </a:p>
        </p:txBody>
      </p:sp>
      <p:pic>
        <p:nvPicPr>
          <p:cNvPr id="11" name="Picture 10" descr="Wolkenförmige Festplatte mit Kabeln">
            <a:extLst>
              <a:ext uri="{FF2B5EF4-FFF2-40B4-BE49-F238E27FC236}">
                <a16:creationId xmlns:a16="http://schemas.microsoft.com/office/drawing/2014/main" id="{7664EF79-AC70-A12B-F511-51ACF1D5C9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96" r="3404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17DB04-F0FF-B1D9-8EDA-EA49190860A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10167869" y="6356350"/>
            <a:ext cx="17684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A5E10D-79A5-49BA-9648-53481340C65F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0433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A09C1-6D77-3A66-5C80-A6C72217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A5F329-7532-5B5A-527A-32560600529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2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Overview: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Sports Analytics</a:t>
            </a:r>
          </a:p>
        </p:txBody>
      </p:sp>
      <p:sp>
        <p:nvSpPr>
          <p:cNvPr id="44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Inhaltsplatzhalter 4">
            <a:extLst>
              <a:ext uri="{FF2B5EF4-FFF2-40B4-BE49-F238E27FC236}">
                <a16:creationId xmlns:a16="http://schemas.microsoft.com/office/drawing/2014/main" id="{6B851AE1-29D5-734C-4259-34B9950BC835}"/>
              </a:ext>
            </a:extLst>
          </p:cNvPr>
          <p:cNvSpPr>
            <a:spLocks noGrp="1"/>
          </p:cNvSpPr>
          <p:nvPr>
            <p:ph sz="quarter" idx="12"/>
          </p:nvPr>
        </p:nvSpPr>
        <p:spPr bwMode="gray"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</a:t>
            </a:r>
          </a:p>
          <a:p>
            <a:r>
              <a:rPr lang="en-US" dirty="0"/>
              <a:t>Solution overview 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Results &amp; Insights</a:t>
            </a:r>
          </a:p>
          <a:p>
            <a:r>
              <a:rPr lang="en-US" dirty="0"/>
              <a:t>Business value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  <a:p>
            <a:pPr marL="28575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7381ECC-1C3B-E7CB-6B6F-27F7F3C9809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9541564" y="6356350"/>
            <a:ext cx="18122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5709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52A4-FFA3-4AE6-9063-8C6FA6D1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B00F8-DCDE-EA0D-4B55-616D24DAC43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6999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AT" sz="4000" dirty="0"/>
              <a:t>Problem</a:t>
            </a:r>
            <a:endParaRPr lang="en-US" sz="4000" dirty="0"/>
          </a:p>
        </p:txBody>
      </p:sp>
      <p:graphicFrame>
        <p:nvGraphicFramePr>
          <p:cNvPr id="12" name="Rectangle 1">
            <a:extLst>
              <a:ext uri="{FF2B5EF4-FFF2-40B4-BE49-F238E27FC236}">
                <a16:creationId xmlns:a16="http://schemas.microsoft.com/office/drawing/2014/main" id="{090F4E63-F725-174C-EB28-6A0CCEAD86C9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913516351"/>
              </p:ext>
            </p:extLst>
          </p:nvPr>
        </p:nvGraphicFramePr>
        <p:xfrm>
          <a:off x="838200" y="1463078"/>
          <a:ext cx="10571922" cy="3719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9CDCBA1-4580-597E-61F6-A909D9758B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31C3C6C-FD4C-A6AF-8A1F-2A36D9CCE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14388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44A57-87E4-77BA-1883-46A96CA1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947D9B-C808-107D-F8D1-EB27C0952CB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1800" y="762001"/>
            <a:ext cx="5334197" cy="8935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Solution Overview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B807DE-9226-0CB1-3CA6-5F2E6699880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761800" y="1969732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900" b="1" dirty="0"/>
              <a:t>Offline video analysis</a:t>
            </a:r>
            <a:r>
              <a:rPr lang="en-US" sz="1900" dirty="0"/>
              <a:t> to learn team appearance profiles from the match</a:t>
            </a:r>
          </a:p>
          <a:p>
            <a:r>
              <a:rPr lang="en-US" sz="1900" b="1" dirty="0"/>
              <a:t>Person detection</a:t>
            </a:r>
            <a:r>
              <a:rPr lang="en-US" sz="1900" dirty="0"/>
              <a:t> to localize players in each frame</a:t>
            </a:r>
          </a:p>
          <a:p>
            <a:r>
              <a:rPr lang="en-US" sz="1900" b="1" dirty="0"/>
              <a:t>Feature extraction</a:t>
            </a:r>
            <a:r>
              <a:rPr lang="en-US" sz="1900" dirty="0"/>
              <a:t> using jersey color and screen position</a:t>
            </a:r>
          </a:p>
          <a:p>
            <a:r>
              <a:rPr lang="en-US" sz="1900" b="1" dirty="0"/>
              <a:t>Clustering</a:t>
            </a:r>
            <a:r>
              <a:rPr lang="en-US" sz="1900" dirty="0"/>
              <a:t> to identify the two dominant team groups</a:t>
            </a:r>
          </a:p>
          <a:p>
            <a:r>
              <a:rPr lang="en-US" sz="1900" b="1" dirty="0"/>
              <a:t>Frame-by-frame assignment</a:t>
            </a:r>
            <a:r>
              <a:rPr lang="en-US" sz="1900" dirty="0"/>
              <a:t> of visible persons to Team A / Team B / Other</a:t>
            </a:r>
          </a:p>
          <a:p>
            <a:r>
              <a:rPr lang="en-US" sz="1900" b="1" dirty="0"/>
              <a:t>Live count overlay</a:t>
            </a:r>
            <a:r>
              <a:rPr lang="en-US" sz="1900" dirty="0"/>
              <a:t> showing the number of visible players per team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11137FB-9B8A-4995-5804-9FD27AA653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3131672" y="6356350"/>
            <a:ext cx="329303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Senior AI Engineer| Kaveh Kasaee  |  ML6 | Solution for Use Cases  | 08.04.2026</a:t>
            </a:r>
          </a:p>
        </p:txBody>
      </p:sp>
      <p:pic>
        <p:nvPicPr>
          <p:cNvPr id="28" name="Picture 10">
            <a:extLst>
              <a:ext uri="{FF2B5EF4-FFF2-40B4-BE49-F238E27FC236}">
                <a16:creationId xmlns:a16="http://schemas.microsoft.com/office/drawing/2014/main" id="{4913543D-0573-FC57-E01A-42E0FC1CAE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34" r="46483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75F2885-FE07-DF59-38D7-B4441E88DA0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10167869" y="6356350"/>
            <a:ext cx="17684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A5E10D-79A5-49BA-9648-53481340C65F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2977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9691-8093-B970-995A-71CCEA75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2807D-DB4B-51C9-7706-5D63A7E94EC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62757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/>
              <a:t>Approach</a:t>
            </a:r>
            <a:endParaRPr lang="en-US" sz="4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38BFDC-956D-E254-0CC4-E497AED0565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838200" y="1183907"/>
            <a:ext cx="10515600" cy="45092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lvl="2">
              <a:spcBef>
                <a:spcPts val="1000"/>
              </a:spcBef>
            </a:pPr>
            <a:r>
              <a:rPr lang="en-US" dirty="0"/>
              <a:t>Detect persons in each frame</a:t>
            </a:r>
          </a:p>
          <a:p>
            <a:pPr marL="228600" lvl="2">
              <a:spcBef>
                <a:spcPts val="1000"/>
              </a:spcBef>
            </a:pPr>
            <a:r>
              <a:rPr lang="en-US" dirty="0"/>
              <a:t>Extract player features (color + position)</a:t>
            </a:r>
          </a:p>
          <a:p>
            <a:pPr marL="228600" lvl="2">
              <a:spcBef>
                <a:spcPts val="1000"/>
              </a:spcBef>
            </a:pPr>
            <a:r>
              <a:rPr lang="en-US" dirty="0"/>
              <a:t>Cluster players to identify teams</a:t>
            </a:r>
          </a:p>
          <a:p>
            <a:pPr marL="228600" lvl="2">
              <a:spcBef>
                <a:spcPts val="1000"/>
              </a:spcBef>
            </a:pPr>
            <a:r>
              <a:rPr lang="de-AT" dirty="0" err="1"/>
              <a:t>Assign</a:t>
            </a:r>
            <a:r>
              <a:rPr lang="de-AT" dirty="0"/>
              <a:t> </a:t>
            </a:r>
            <a:r>
              <a:rPr lang="de-AT" dirty="0" err="1"/>
              <a:t>players</a:t>
            </a:r>
            <a:r>
              <a:rPr lang="de-AT" dirty="0"/>
              <a:t> per frame</a:t>
            </a:r>
          </a:p>
          <a:p>
            <a:pPr marL="228600" lvl="2">
              <a:spcBef>
                <a:spcPts val="1000"/>
              </a:spcBef>
            </a:pPr>
            <a:r>
              <a:rPr lang="de-AT" dirty="0"/>
              <a:t>Count </a:t>
            </a:r>
            <a:r>
              <a:rPr lang="de-AT" dirty="0" err="1"/>
              <a:t>players</a:t>
            </a:r>
            <a:r>
              <a:rPr lang="de-AT" dirty="0"/>
              <a:t> per </a:t>
            </a:r>
            <a:r>
              <a:rPr lang="de-AT" dirty="0" err="1"/>
              <a:t>team</a:t>
            </a:r>
            <a:endParaRPr lang="en-US" b="1" dirty="0"/>
          </a:p>
          <a:p>
            <a:pPr marL="0" lvl="1" indent="0">
              <a:spcBef>
                <a:spcPts val="1000"/>
              </a:spcBef>
              <a:buNone/>
            </a:pPr>
            <a:endParaRPr lang="en-US" sz="2100" b="1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215C0885-015C-238F-DB89-5C47D2BED2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D60649-FB54-D6C0-4023-F1B144C04B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6AE4FD7D-B70D-F765-DA72-6799EA101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222" y="2194960"/>
            <a:ext cx="6722355" cy="337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8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2E024-2599-9A9B-C039-61C18BA9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A46DD43-36EF-21A1-4CB6-307D78CB720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56" b="39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D2C091-F294-12FE-B7F6-E3587F6A2CC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Results &amp; Insights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59B7A07-2486-E71A-A194-68B8F098AC4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Senior AI Engineer| Kaveh Kasaee  |  ML6 | Solution for Use Cases  | 08.04.2026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5CD042-A5CA-0249-DFCB-969D696584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A1A5E10D-79A5-49BA-9648-53481340C65F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00"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CF775A66-0EC4-6195-7288-6ED005F18DA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359115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7428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BF95-113D-74FE-473D-74CCE3A20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C1ED26-6608-167A-54C5-0FFC376DF84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38200" y="556337"/>
            <a:ext cx="6797405" cy="62757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/>
              <a:t>Business value</a:t>
            </a: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434897F3-0E28-CB51-FC0E-1E04FEF0F043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838200" y="1183907"/>
          <a:ext cx="10515600" cy="4509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A00C7B2-D26F-A549-C6A8-50A6E753A0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Senior AI Engineer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Kaveh Kasaee  |  ML6 | Solution for Use Cases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08</a:t>
            </a: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.04.2026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7584829-7B6D-C9CF-EB0F-D25B9D8352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78609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4C75-949C-F548-61D3-938F99FA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4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ED2730-2D91-E9F0-1AD6-B405830F0F2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Deployment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DEA2CF-0335-DF19-5549-82BAD3638857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144923" y="2405894"/>
            <a:ext cx="5315189" cy="3535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 dirty="0"/>
              <a:t>Store match videos in </a:t>
            </a:r>
            <a:r>
              <a:rPr lang="en-US" sz="2000" b="1" dirty="0"/>
              <a:t>Cloud Storage</a:t>
            </a:r>
          </a:p>
          <a:p>
            <a:r>
              <a:rPr lang="en-US" sz="2000" dirty="0"/>
              <a:t>Run the pipeline in </a:t>
            </a:r>
            <a:r>
              <a:rPr lang="en-US" sz="2000" b="1" dirty="0"/>
              <a:t>batch mode</a:t>
            </a:r>
            <a:r>
              <a:rPr lang="en-US" sz="2000" dirty="0"/>
              <a:t> for the MVP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Vertex AI</a:t>
            </a:r>
            <a:r>
              <a:rPr lang="en-US" sz="2000" dirty="0"/>
              <a:t> for model training </a:t>
            </a:r>
          </a:p>
          <a:p>
            <a:r>
              <a:rPr lang="en-US" sz="2000" dirty="0"/>
              <a:t>Use </a:t>
            </a:r>
            <a:r>
              <a:rPr lang="en-US" sz="2000" b="1" dirty="0"/>
              <a:t>Cloud Run</a:t>
            </a:r>
            <a:r>
              <a:rPr lang="en-US" sz="2000" dirty="0"/>
              <a:t> for a simple processing service or API</a:t>
            </a:r>
          </a:p>
          <a:p>
            <a:r>
              <a:rPr lang="en-US" sz="2000" dirty="0"/>
              <a:t>Save player counts and summaries to a file or dashboard (Looker)</a:t>
            </a:r>
          </a:p>
          <a:p>
            <a:r>
              <a:rPr lang="en-US" sz="2000" dirty="0"/>
              <a:t>Start with </a:t>
            </a:r>
            <a:r>
              <a:rPr lang="en-US" sz="2000" b="1" dirty="0"/>
              <a:t>offline processing</a:t>
            </a:r>
            <a:r>
              <a:rPr lang="en-US" sz="2000" dirty="0"/>
              <a:t>, then move to near real-time if needed</a:t>
            </a:r>
          </a:p>
        </p:txBody>
      </p:sp>
      <p:sp>
        <p:nvSpPr>
          <p:cNvPr id="54" name="Rectangle 4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4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Graphic 27" descr="Zahnräder">
            <a:extLst>
              <a:ext uri="{FF2B5EF4-FFF2-40B4-BE49-F238E27FC236}">
                <a16:creationId xmlns:a16="http://schemas.microsoft.com/office/drawing/2014/main" id="{4F5E4045-6D47-61E9-3C52-DB006F5D1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957AAD9-BCA3-B20D-40A7-27A12B5C57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11704320" y="6459378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sz="1100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84852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24AE7-EC74-3281-9289-497BCF24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A6A124-F075-B68B-758D-380C8765959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Roadmap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858111C-C2D1-A29F-F3AA-F0640390D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8" y="2903886"/>
            <a:ext cx="5131088" cy="255271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5F4CDD8-1576-06D7-6E74-44CE860EE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165" y="2869820"/>
            <a:ext cx="5131087" cy="2693820"/>
          </a:xfrm>
          <a:prstGeom prst="rect">
            <a:avLst/>
          </a:prstGeom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22494C0-19EC-A3DC-4B21-6852CDF1B1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sz="1100" b="0" i="0" u="none" strike="noStrike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36302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12BDE-6A1C-7FC9-1D6C-50AE3ED5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8ACFD0-FD58-D191-2745-5A95E3BE4B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8CE89CB-AC38-F8EB-2D36-DEA797956651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400" dirty="0"/>
              <a:t>Two different ML problems: </a:t>
            </a:r>
          </a:p>
          <a:p>
            <a:pPr lvl="1"/>
            <a:r>
              <a:rPr lang="en-US" sz="2000" dirty="0"/>
              <a:t>Sensor data (Use Case 1) </a:t>
            </a:r>
          </a:p>
          <a:p>
            <a:pPr lvl="1"/>
            <a:r>
              <a:rPr lang="en-US" sz="2000" dirty="0"/>
              <a:t>Video analytics (Use Case 2) </a:t>
            </a:r>
          </a:p>
          <a:p>
            <a:r>
              <a:rPr lang="en-US" sz="2400" dirty="0"/>
              <a:t>Focus on simple, practical MVP solutions </a:t>
            </a:r>
          </a:p>
          <a:p>
            <a:r>
              <a:rPr lang="en-US" sz="2400" dirty="0"/>
              <a:t>Clear path from prototype → deployment → scaling</a:t>
            </a:r>
          </a:p>
          <a:p>
            <a:r>
              <a:rPr lang="en-US" sz="2400" dirty="0"/>
              <a:t>Accelerating Project Kickoff</a:t>
            </a:r>
          </a:p>
          <a:p>
            <a:pPr lvl="1"/>
            <a:r>
              <a:rPr lang="en-US" sz="2000" dirty="0"/>
              <a:t>Start with a simple baseline (e.g. RF + clustering) </a:t>
            </a:r>
          </a:p>
          <a:p>
            <a:pPr lvl="1"/>
            <a:r>
              <a:rPr lang="en-US" sz="2000" dirty="0"/>
              <a:t>Focus on high-impact problems first </a:t>
            </a:r>
          </a:p>
          <a:p>
            <a:pPr lvl="1"/>
            <a:r>
              <a:rPr lang="en-US" sz="2000" dirty="0"/>
              <a:t>Use iterative development with fast feedback </a:t>
            </a:r>
          </a:p>
          <a:p>
            <a:pPr lvl="1"/>
            <a:r>
              <a:rPr lang="en-US" sz="2000" dirty="0"/>
              <a:t>Integrate expert feedback early (human-in-the-loop) </a:t>
            </a:r>
          </a:p>
          <a:p>
            <a:pPr lvl="1"/>
            <a:r>
              <a:rPr lang="en-US" sz="2000" dirty="0"/>
              <a:t>Reuse components for scalability </a:t>
            </a:r>
          </a:p>
          <a:p>
            <a:endParaRPr lang="en-US" sz="2000" dirty="0"/>
          </a:p>
          <a:p>
            <a:pPr marL="0" lvl="1">
              <a:spcBef>
                <a:spcPts val="1000"/>
              </a:spcBef>
            </a:pPr>
            <a:endParaRPr lang="en-US" sz="2000" b="1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84DDF3B-DB20-0407-D028-90B4B70B6C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1A5E10D-79A5-49BA-9648-53481340C65F}" type="slidenum">
              <a:rPr kumimoji="0" lang="en-US" sz="1100" b="0" i="0" u="none" strike="noStrike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9965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1148</Words>
  <Application>Microsoft Office PowerPoint</Application>
  <PresentationFormat>Breitbild</PresentationFormat>
  <Paragraphs>204</Paragraphs>
  <Slides>19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2013 – 2022-Design</vt:lpstr>
      <vt:lpstr>ML6 – Senior AI Engineer Use Case Solutions</vt:lpstr>
      <vt:lpstr>Agenda</vt:lpstr>
      <vt:lpstr>Use Case 1 Overview: Sensor Data</vt:lpstr>
      <vt:lpstr>Problem: Limited Labels, Large Data Volume</vt:lpstr>
      <vt:lpstr>Solution Overview</vt:lpstr>
      <vt:lpstr>Approach</vt:lpstr>
      <vt:lpstr>Results &amp; Insights</vt:lpstr>
      <vt:lpstr>Results &amp; Insights</vt:lpstr>
      <vt:lpstr>Business value</vt:lpstr>
      <vt:lpstr>Deployment</vt:lpstr>
      <vt:lpstr>Use Case 2 Overview: Sports Analytics</vt:lpstr>
      <vt:lpstr>Problem</vt:lpstr>
      <vt:lpstr>Solution Overview</vt:lpstr>
      <vt:lpstr>Approach</vt:lpstr>
      <vt:lpstr>Results &amp; Insights</vt:lpstr>
      <vt:lpstr>Business value </vt:lpstr>
      <vt:lpstr>Deployment</vt:lpstr>
      <vt:lpstr>Roadmap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Kasaee Roodsari, Kaveh</dc:creator>
  <cp:lastModifiedBy>Kasaee Roodsari, Kaveh</cp:lastModifiedBy>
  <cp:revision>1</cp:revision>
  <dcterms:created xsi:type="dcterms:W3CDTF">2026-04-03T10:37:33Z</dcterms:created>
  <dcterms:modified xsi:type="dcterms:W3CDTF">2026-04-07T10:54:20Z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6efe59-7e7c-4bd6-ba39-1850710f2efa_Enabled">
    <vt:lpwstr>true</vt:lpwstr>
  </property>
  <property fmtid="{D5CDD505-2E9C-101B-9397-08002B2CF9AE}" pid="3" name="MSIP_Label_5c6efe59-7e7c-4bd6-ba39-1850710f2efa_SetDate">
    <vt:lpwstr>2026-04-03T10:37:37Z</vt:lpwstr>
  </property>
  <property fmtid="{D5CDD505-2E9C-101B-9397-08002B2CF9AE}" pid="4" name="MSIP_Label_5c6efe59-7e7c-4bd6-ba39-1850710f2efa_Method">
    <vt:lpwstr>Privileged</vt:lpwstr>
  </property>
  <property fmtid="{D5CDD505-2E9C-101B-9397-08002B2CF9AE}" pid="5" name="MSIP_Label_5c6efe59-7e7c-4bd6-ba39-1850710f2efa_Name">
    <vt:lpwstr>INTERN</vt:lpwstr>
  </property>
  <property fmtid="{D5CDD505-2E9C-101B-9397-08002B2CF9AE}" pid="6" name="MSIP_Label_5c6efe59-7e7c-4bd6-ba39-1850710f2efa_SiteId">
    <vt:lpwstr>d313b56f-f400-44d3-8403-4b468b3d8ded</vt:lpwstr>
  </property>
  <property fmtid="{D5CDD505-2E9C-101B-9397-08002B2CF9AE}" pid="7" name="MSIP_Label_5c6efe59-7e7c-4bd6-ba39-1850710f2efa_ActionId">
    <vt:lpwstr>a547095e-df9d-40cc-9a67-953227ef3149</vt:lpwstr>
  </property>
  <property fmtid="{D5CDD505-2E9C-101B-9397-08002B2CF9AE}" pid="8" name="MSIP_Label_5c6efe59-7e7c-4bd6-ba39-1850710f2efa_ContentBits">
    <vt:lpwstr>0</vt:lpwstr>
  </property>
  <property fmtid="{D5CDD505-2E9C-101B-9397-08002B2CF9AE}" pid="9" name="MSIP_Label_5c6efe59-7e7c-4bd6-ba39-1850710f2efa_Tag">
    <vt:lpwstr>10, 0, 1, 1</vt:lpwstr>
  </property>
</Properties>
</file>